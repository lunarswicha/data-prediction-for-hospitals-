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9"/>
  </p:notesMasterIdLst>
  <p:sldIdLst>
    <p:sldId id="256" r:id="rId2"/>
    <p:sldId id="305" r:id="rId3"/>
    <p:sldId id="306" r:id="rId4"/>
    <p:sldId id="307" r:id="rId5"/>
    <p:sldId id="308" r:id="rId6"/>
    <p:sldId id="309" r:id="rId7"/>
    <p:sldId id="271" r:id="rId8"/>
  </p:sldIdLst>
  <p:sldSz cx="9144000" cy="5143500" type="screen16x9"/>
  <p:notesSz cx="6858000" cy="9144000"/>
  <p:embeddedFontLst>
    <p:embeddedFont>
      <p:font typeface="Anaheim" panose="020B060402020202020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FCC5F-0FC7-4FE2-A6E2-EFDE63E13416}">
  <a:tblStyle styleId="{73BFCC5F-0FC7-4FE2-A6E2-EFDE63E1341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8CD7F84-FAB9-4F0A-9217-D84958B6C8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B0679C2-040B-4DA7-995E-3013563B3B57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>
          <a:extLst>
            <a:ext uri="{FF2B5EF4-FFF2-40B4-BE49-F238E27FC236}">
              <a16:creationId xmlns:a16="http://schemas.microsoft.com/office/drawing/2014/main" id="{42D3D607-78D5-09C4-5810-62B1841DB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66c089a791_0_0:notes">
            <a:extLst>
              <a:ext uri="{FF2B5EF4-FFF2-40B4-BE49-F238E27FC236}">
                <a16:creationId xmlns:a16="http://schemas.microsoft.com/office/drawing/2014/main" id="{5EC5CFDE-6ADB-585F-FBB4-ED765057D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66c089a791_0_0:notes">
            <a:extLst>
              <a:ext uri="{FF2B5EF4-FFF2-40B4-BE49-F238E27FC236}">
                <a16:creationId xmlns:a16="http://schemas.microsoft.com/office/drawing/2014/main" id="{2573AB7A-C721-7734-415C-592B962A64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211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>
          <a:extLst>
            <a:ext uri="{FF2B5EF4-FFF2-40B4-BE49-F238E27FC236}">
              <a16:creationId xmlns:a16="http://schemas.microsoft.com/office/drawing/2014/main" id="{5AECE1CE-3230-B792-1852-021F3EE5B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54dda1946d_6_322:notes">
            <a:extLst>
              <a:ext uri="{FF2B5EF4-FFF2-40B4-BE49-F238E27FC236}">
                <a16:creationId xmlns:a16="http://schemas.microsoft.com/office/drawing/2014/main" id="{F72DF564-C650-B647-B528-6099B3FC73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54dda1946d_6_322:notes">
            <a:extLst>
              <a:ext uri="{FF2B5EF4-FFF2-40B4-BE49-F238E27FC236}">
                <a16:creationId xmlns:a16="http://schemas.microsoft.com/office/drawing/2014/main" id="{BB226528-48F2-8F53-949D-6B229FBA2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03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2">
          <a:extLst>
            <a:ext uri="{FF2B5EF4-FFF2-40B4-BE49-F238E27FC236}">
              <a16:creationId xmlns:a16="http://schemas.microsoft.com/office/drawing/2014/main" id="{10BDB73F-F935-7424-7A68-2886B9B2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54ff9c4cb4_3_5:notes">
            <a:extLst>
              <a:ext uri="{FF2B5EF4-FFF2-40B4-BE49-F238E27FC236}">
                <a16:creationId xmlns:a16="http://schemas.microsoft.com/office/drawing/2014/main" id="{BEB9862E-005D-8EE2-0E48-4B5C879713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54ff9c4cb4_3_5:notes">
            <a:extLst>
              <a:ext uri="{FF2B5EF4-FFF2-40B4-BE49-F238E27FC236}">
                <a16:creationId xmlns:a16="http://schemas.microsoft.com/office/drawing/2014/main" id="{06ED790D-42EC-B361-222D-277E4A779C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3756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>
          <a:extLst>
            <a:ext uri="{FF2B5EF4-FFF2-40B4-BE49-F238E27FC236}">
              <a16:creationId xmlns:a16="http://schemas.microsoft.com/office/drawing/2014/main" id="{E739F5FF-F0E7-469B-D3F8-2B83D6D2D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54dda1946d_6_332:notes">
            <a:extLst>
              <a:ext uri="{FF2B5EF4-FFF2-40B4-BE49-F238E27FC236}">
                <a16:creationId xmlns:a16="http://schemas.microsoft.com/office/drawing/2014/main" id="{B64D875B-D522-DE99-2029-DDB55F61D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54dda1946d_6_332:notes">
            <a:extLst>
              <a:ext uri="{FF2B5EF4-FFF2-40B4-BE49-F238E27FC236}">
                <a16:creationId xmlns:a16="http://schemas.microsoft.com/office/drawing/2014/main" id="{52C87646-4CD3-A9EA-27B4-2038EA0AE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Les docs doivent être des docs pro (page de garde </a:t>
            </a:r>
            <a:r>
              <a:rPr lang="fr-FR" err="1"/>
              <a:t>ect</a:t>
            </a:r>
            <a:r>
              <a:rPr lang="fr-FR"/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Prototype avec analyse prédictive, langage peu importe</a:t>
            </a:r>
          </a:p>
        </p:txBody>
      </p:sp>
    </p:spTree>
    <p:extLst>
      <p:ext uri="{BB962C8B-B14F-4D97-AF65-F5344CB8AC3E}">
        <p14:creationId xmlns:p14="http://schemas.microsoft.com/office/powerpoint/2010/main" val="3728911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9">
          <a:extLst>
            <a:ext uri="{FF2B5EF4-FFF2-40B4-BE49-F238E27FC236}">
              <a16:creationId xmlns:a16="http://schemas.microsoft.com/office/drawing/2014/main" id="{E32638AE-1453-1891-DA5A-489B34959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54dda1946d_4_2730:notes">
            <a:extLst>
              <a:ext uri="{FF2B5EF4-FFF2-40B4-BE49-F238E27FC236}">
                <a16:creationId xmlns:a16="http://schemas.microsoft.com/office/drawing/2014/main" id="{617EA93B-76D0-BC7B-3F84-6B8FB71CF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54dda1946d_4_2730:notes">
            <a:extLst>
              <a:ext uri="{FF2B5EF4-FFF2-40B4-BE49-F238E27FC236}">
                <a16:creationId xmlns:a16="http://schemas.microsoft.com/office/drawing/2014/main" id="{DDAD6810-A8CC-C8EB-394C-16E8E7779C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59150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237106" y="227144"/>
            <a:ext cx="952222" cy="319917"/>
            <a:chOff x="1608712" y="575096"/>
            <a:chExt cx="675431" cy="226924"/>
          </a:xfrm>
        </p:grpSpPr>
        <p:sp>
          <p:nvSpPr>
            <p:cNvPr id="12" name="Google Shape;12;p2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6"/>
          <p:cNvGrpSpPr/>
          <p:nvPr/>
        </p:nvGrpSpPr>
        <p:grpSpPr>
          <a:xfrm>
            <a:off x="-654799" y="-864825"/>
            <a:ext cx="11188038" cy="11341664"/>
            <a:chOff x="-654799" y="-864825"/>
            <a:chExt cx="11188038" cy="11341664"/>
          </a:xfrm>
        </p:grpSpPr>
        <p:sp>
          <p:nvSpPr>
            <p:cNvPr id="75" name="Google Shape;75;p6"/>
            <p:cNvSpPr/>
            <p:nvPr/>
          </p:nvSpPr>
          <p:spPr>
            <a:xfrm>
              <a:off x="-654799" y="-864825"/>
              <a:ext cx="1493084" cy="1493084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803026" y="4746626"/>
              <a:ext cx="5730213" cy="5730213"/>
            </a:xfrm>
            <a:custGeom>
              <a:avLst/>
              <a:gdLst/>
              <a:ahLst/>
              <a:cxnLst/>
              <a:rect l="l" t="t" r="r" b="b"/>
              <a:pathLst>
                <a:path w="350901" h="350901" extrusionOk="0">
                  <a:moveTo>
                    <a:pt x="350901" y="175451"/>
                  </a:moveTo>
                  <a:cubicBezTo>
                    <a:pt x="350901" y="272349"/>
                    <a:pt x="272349" y="350901"/>
                    <a:pt x="175450" y="350901"/>
                  </a:cubicBezTo>
                  <a:cubicBezTo>
                    <a:pt x="78552" y="350901"/>
                    <a:pt x="0" y="272349"/>
                    <a:pt x="0" y="175451"/>
                  </a:cubicBezTo>
                  <a:cubicBezTo>
                    <a:pt x="0" y="78552"/>
                    <a:pt x="78552" y="0"/>
                    <a:pt x="175450" y="0"/>
                  </a:cubicBezTo>
                  <a:cubicBezTo>
                    <a:pt x="272349" y="0"/>
                    <a:pt x="350901" y="78552"/>
                    <a:pt x="350901" y="1754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6"/>
          <p:cNvGrpSpPr/>
          <p:nvPr/>
        </p:nvGrpSpPr>
        <p:grpSpPr>
          <a:xfrm rot="5400000">
            <a:off x="488933" y="4471054"/>
            <a:ext cx="249523" cy="820121"/>
            <a:chOff x="72832" y="1247500"/>
            <a:chExt cx="347865" cy="1143344"/>
          </a:xfrm>
        </p:grpSpPr>
        <p:sp>
          <p:nvSpPr>
            <p:cNvPr id="79" name="Google Shape;79;p6"/>
            <p:cNvSpPr/>
            <p:nvPr/>
          </p:nvSpPr>
          <p:spPr>
            <a:xfrm>
              <a:off x="72832" y="1247500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72832" y="1512641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321384" y="1512650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321384" y="177779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2832" y="1761206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6"/>
            <p:cNvSpPr/>
            <p:nvPr/>
          </p:nvSpPr>
          <p:spPr>
            <a:xfrm>
              <a:off x="72832" y="2026347"/>
              <a:ext cx="99314" cy="9934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6"/>
            <p:cNvSpPr/>
            <p:nvPr/>
          </p:nvSpPr>
          <p:spPr>
            <a:xfrm>
              <a:off x="321384" y="202635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6"/>
            <p:cNvSpPr/>
            <p:nvPr/>
          </p:nvSpPr>
          <p:spPr>
            <a:xfrm>
              <a:off x="321384" y="2291497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6"/>
          <p:cNvGrpSpPr/>
          <p:nvPr/>
        </p:nvGrpSpPr>
        <p:grpSpPr>
          <a:xfrm>
            <a:off x="7853024" y="50098"/>
            <a:ext cx="1169941" cy="1332046"/>
            <a:chOff x="7853024" y="50098"/>
            <a:chExt cx="1169941" cy="1332046"/>
          </a:xfrm>
        </p:grpSpPr>
        <p:sp>
          <p:nvSpPr>
            <p:cNvPr id="88" name="Google Shape;88;p6"/>
            <p:cNvSpPr/>
            <p:nvPr/>
          </p:nvSpPr>
          <p:spPr>
            <a:xfrm>
              <a:off x="8845882" y="80603"/>
              <a:ext cx="177082" cy="177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8272916" y="1062358"/>
              <a:ext cx="319786" cy="319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6"/>
            <p:cNvSpPr/>
            <p:nvPr/>
          </p:nvSpPr>
          <p:spPr>
            <a:xfrm>
              <a:off x="7853024" y="50098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8430777" y="480475"/>
              <a:ext cx="234164" cy="23416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864699" y="992423"/>
              <a:ext cx="139460" cy="13946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7"/>
          <p:cNvGrpSpPr/>
          <p:nvPr/>
        </p:nvGrpSpPr>
        <p:grpSpPr>
          <a:xfrm>
            <a:off x="-1540690" y="-23652"/>
            <a:ext cx="12040890" cy="6961553"/>
            <a:chOff x="-1540690" y="-23652"/>
            <a:chExt cx="12040890" cy="6961553"/>
          </a:xfrm>
        </p:grpSpPr>
        <p:sp>
          <p:nvSpPr>
            <p:cNvPr id="95" name="Google Shape;95;p7"/>
            <p:cNvSpPr/>
            <p:nvPr/>
          </p:nvSpPr>
          <p:spPr>
            <a:xfrm rot="10800000">
              <a:off x="-1540690" y="4234611"/>
              <a:ext cx="2707416" cy="2703290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6" name="Google Shape;96;p7"/>
            <p:cNvGrpSpPr/>
            <p:nvPr/>
          </p:nvGrpSpPr>
          <p:grpSpPr>
            <a:xfrm>
              <a:off x="439598" y="-23652"/>
              <a:ext cx="10060601" cy="5205813"/>
              <a:chOff x="439598" y="-23652"/>
              <a:chExt cx="10060601" cy="5205813"/>
            </a:xfrm>
          </p:grpSpPr>
          <p:sp>
            <p:nvSpPr>
              <p:cNvPr id="97" name="Google Shape;97;p7"/>
              <p:cNvSpPr/>
              <p:nvPr/>
            </p:nvSpPr>
            <p:spPr>
              <a:xfrm rot="10800000">
                <a:off x="8430854" y="-23652"/>
                <a:ext cx="2069345" cy="2066251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" name="Google Shape;98;p7"/>
              <p:cNvGrpSpPr/>
              <p:nvPr/>
            </p:nvGrpSpPr>
            <p:grpSpPr>
              <a:xfrm>
                <a:off x="439598" y="4411426"/>
                <a:ext cx="727117" cy="770735"/>
                <a:chOff x="5137170" y="1563182"/>
                <a:chExt cx="584358" cy="619462"/>
              </a:xfrm>
            </p:grpSpPr>
            <p:sp>
              <p:nvSpPr>
                <p:cNvPr id="99" name="Google Shape;99;p7"/>
                <p:cNvSpPr/>
                <p:nvPr/>
              </p:nvSpPr>
              <p:spPr>
                <a:xfrm>
                  <a:off x="5137170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811"/>
                      </a:moveTo>
                      <a:cubicBezTo>
                        <a:pt x="96911" y="73631"/>
                        <a:pt x="75956" y="94567"/>
                        <a:pt x="50175" y="94567"/>
                      </a:cubicBezTo>
                      <a:cubicBezTo>
                        <a:pt x="24330" y="94567"/>
                        <a:pt x="3439" y="73631"/>
                        <a:pt x="3439" y="47811"/>
                      </a:cubicBezTo>
                      <a:cubicBezTo>
                        <a:pt x="3439" y="21992"/>
                        <a:pt x="24330" y="1063"/>
                        <a:pt x="50175" y="1063"/>
                      </a:cubicBezTo>
                      <a:cubicBezTo>
                        <a:pt x="75956" y="1063"/>
                        <a:pt x="96911" y="21992"/>
                        <a:pt x="96911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" name="Google Shape;100;p7"/>
                <p:cNvSpPr/>
                <p:nvPr/>
              </p:nvSpPr>
              <p:spPr>
                <a:xfrm>
                  <a:off x="5137170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7936"/>
                      </a:moveTo>
                      <a:cubicBezTo>
                        <a:pt x="96911" y="73755"/>
                        <a:pt x="75956" y="94691"/>
                        <a:pt x="50175" y="94691"/>
                      </a:cubicBezTo>
                      <a:cubicBezTo>
                        <a:pt x="24330" y="94691"/>
                        <a:pt x="3439" y="73755"/>
                        <a:pt x="3439" y="47936"/>
                      </a:cubicBezTo>
                      <a:cubicBezTo>
                        <a:pt x="3439" y="22117"/>
                        <a:pt x="24330" y="1187"/>
                        <a:pt x="50175" y="1187"/>
                      </a:cubicBezTo>
                      <a:cubicBezTo>
                        <a:pt x="75956" y="1187"/>
                        <a:pt x="96911" y="22117"/>
                        <a:pt x="96911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" name="Google Shape;101;p7"/>
                <p:cNvSpPr/>
                <p:nvPr/>
              </p:nvSpPr>
              <p:spPr>
                <a:xfrm>
                  <a:off x="5312477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811"/>
                      </a:moveTo>
                      <a:cubicBezTo>
                        <a:pt x="97028" y="73631"/>
                        <a:pt x="76137" y="94567"/>
                        <a:pt x="50292" y="94567"/>
                      </a:cubicBezTo>
                      <a:cubicBezTo>
                        <a:pt x="24447" y="94567"/>
                        <a:pt x="3556" y="73631"/>
                        <a:pt x="3556" y="47811"/>
                      </a:cubicBezTo>
                      <a:cubicBezTo>
                        <a:pt x="3556" y="21992"/>
                        <a:pt x="24447" y="1063"/>
                        <a:pt x="50292" y="1063"/>
                      </a:cubicBezTo>
                      <a:cubicBezTo>
                        <a:pt x="76137" y="1063"/>
                        <a:pt x="97028" y="21992"/>
                        <a:pt x="97028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" name="Google Shape;102;p7"/>
                <p:cNvSpPr/>
                <p:nvPr/>
              </p:nvSpPr>
              <p:spPr>
                <a:xfrm>
                  <a:off x="5312477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7936"/>
                      </a:moveTo>
                      <a:cubicBezTo>
                        <a:pt x="97028" y="73755"/>
                        <a:pt x="76137" y="94691"/>
                        <a:pt x="50292" y="94691"/>
                      </a:cubicBezTo>
                      <a:cubicBezTo>
                        <a:pt x="24447" y="94691"/>
                        <a:pt x="3556" y="73755"/>
                        <a:pt x="3556" y="47936"/>
                      </a:cubicBezTo>
                      <a:cubicBezTo>
                        <a:pt x="3556" y="22117"/>
                        <a:pt x="24447" y="1187"/>
                        <a:pt x="50292" y="1187"/>
                      </a:cubicBezTo>
                      <a:cubicBezTo>
                        <a:pt x="76137" y="1187"/>
                        <a:pt x="97028" y="22117"/>
                        <a:pt x="97028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" name="Google Shape;103;p7"/>
                <p:cNvSpPr/>
                <p:nvPr/>
              </p:nvSpPr>
              <p:spPr>
                <a:xfrm>
                  <a:off x="5476117" y="1563182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811"/>
                      </a:moveTo>
                      <a:cubicBezTo>
                        <a:pt x="97137" y="73631"/>
                        <a:pt x="76182" y="94567"/>
                        <a:pt x="50400" y="94567"/>
                      </a:cubicBezTo>
                      <a:cubicBezTo>
                        <a:pt x="24556" y="94567"/>
                        <a:pt x="3664" y="73631"/>
                        <a:pt x="3664" y="47811"/>
                      </a:cubicBezTo>
                      <a:cubicBezTo>
                        <a:pt x="3664" y="21992"/>
                        <a:pt x="24556" y="1063"/>
                        <a:pt x="50400" y="1063"/>
                      </a:cubicBezTo>
                      <a:cubicBezTo>
                        <a:pt x="76182" y="1063"/>
                        <a:pt x="97137" y="21992"/>
                        <a:pt x="97137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7"/>
                <p:cNvSpPr/>
                <p:nvPr/>
              </p:nvSpPr>
              <p:spPr>
                <a:xfrm>
                  <a:off x="5476117" y="1750191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7936"/>
                      </a:moveTo>
                      <a:cubicBezTo>
                        <a:pt x="97137" y="73755"/>
                        <a:pt x="76182" y="94691"/>
                        <a:pt x="50400" y="94691"/>
                      </a:cubicBezTo>
                      <a:cubicBezTo>
                        <a:pt x="24556" y="94691"/>
                        <a:pt x="3664" y="73755"/>
                        <a:pt x="3664" y="47936"/>
                      </a:cubicBezTo>
                      <a:cubicBezTo>
                        <a:pt x="3664" y="22117"/>
                        <a:pt x="24556" y="1187"/>
                        <a:pt x="50400" y="1187"/>
                      </a:cubicBezTo>
                      <a:cubicBezTo>
                        <a:pt x="76182" y="1187"/>
                        <a:pt x="97137" y="22117"/>
                        <a:pt x="97137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7"/>
                <p:cNvSpPr/>
                <p:nvPr/>
              </p:nvSpPr>
              <p:spPr>
                <a:xfrm>
                  <a:off x="5651425" y="1563182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811"/>
                      </a:moveTo>
                      <a:cubicBezTo>
                        <a:pt x="97253" y="73631"/>
                        <a:pt x="76361" y="94567"/>
                        <a:pt x="50517" y="94567"/>
                      </a:cubicBezTo>
                      <a:cubicBezTo>
                        <a:pt x="24736" y="94567"/>
                        <a:pt x="3781" y="73631"/>
                        <a:pt x="3781" y="47811"/>
                      </a:cubicBezTo>
                      <a:cubicBezTo>
                        <a:pt x="3781" y="21992"/>
                        <a:pt x="24736" y="1063"/>
                        <a:pt x="50517" y="1063"/>
                      </a:cubicBezTo>
                      <a:cubicBezTo>
                        <a:pt x="76361" y="1063"/>
                        <a:pt x="97253" y="21992"/>
                        <a:pt x="97253" y="4781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7"/>
                <p:cNvSpPr/>
                <p:nvPr/>
              </p:nvSpPr>
              <p:spPr>
                <a:xfrm>
                  <a:off x="5651425" y="1750191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7936"/>
                      </a:moveTo>
                      <a:cubicBezTo>
                        <a:pt x="97253" y="73755"/>
                        <a:pt x="76361" y="94691"/>
                        <a:pt x="50517" y="94691"/>
                      </a:cubicBezTo>
                      <a:cubicBezTo>
                        <a:pt x="24736" y="94691"/>
                        <a:pt x="3781" y="73755"/>
                        <a:pt x="3781" y="47936"/>
                      </a:cubicBezTo>
                      <a:cubicBezTo>
                        <a:pt x="3781" y="22117"/>
                        <a:pt x="24736" y="1187"/>
                        <a:pt x="50517" y="1187"/>
                      </a:cubicBezTo>
                      <a:cubicBezTo>
                        <a:pt x="76361" y="1187"/>
                        <a:pt x="97253" y="22117"/>
                        <a:pt x="97253" y="4793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7"/>
                <p:cNvSpPr/>
                <p:nvPr/>
              </p:nvSpPr>
              <p:spPr>
                <a:xfrm>
                  <a:off x="5137170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059"/>
                      </a:moveTo>
                      <a:cubicBezTo>
                        <a:pt x="96911" y="73878"/>
                        <a:pt x="75956" y="94807"/>
                        <a:pt x="50175" y="94807"/>
                      </a:cubicBezTo>
                      <a:cubicBezTo>
                        <a:pt x="24330" y="94807"/>
                        <a:pt x="3439" y="73878"/>
                        <a:pt x="3439" y="48059"/>
                      </a:cubicBezTo>
                      <a:cubicBezTo>
                        <a:pt x="3439" y="22240"/>
                        <a:pt x="24330" y="1304"/>
                        <a:pt x="50175" y="1304"/>
                      </a:cubicBezTo>
                      <a:cubicBezTo>
                        <a:pt x="75956" y="1304"/>
                        <a:pt x="96911" y="22240"/>
                        <a:pt x="96911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7"/>
                <p:cNvSpPr/>
                <p:nvPr/>
              </p:nvSpPr>
              <p:spPr>
                <a:xfrm>
                  <a:off x="5137170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6911" y="48183"/>
                      </a:moveTo>
                      <a:cubicBezTo>
                        <a:pt x="96911" y="74002"/>
                        <a:pt x="75956" y="94932"/>
                        <a:pt x="50175" y="94932"/>
                      </a:cubicBezTo>
                      <a:cubicBezTo>
                        <a:pt x="24330" y="94932"/>
                        <a:pt x="3439" y="74002"/>
                        <a:pt x="3439" y="48183"/>
                      </a:cubicBezTo>
                      <a:cubicBezTo>
                        <a:pt x="3439" y="22364"/>
                        <a:pt x="24330" y="1428"/>
                        <a:pt x="50175" y="1428"/>
                      </a:cubicBezTo>
                      <a:cubicBezTo>
                        <a:pt x="75956" y="1428"/>
                        <a:pt x="96911" y="22364"/>
                        <a:pt x="96911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7"/>
                <p:cNvSpPr/>
                <p:nvPr/>
              </p:nvSpPr>
              <p:spPr>
                <a:xfrm>
                  <a:off x="5312477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059"/>
                      </a:moveTo>
                      <a:cubicBezTo>
                        <a:pt x="97028" y="73878"/>
                        <a:pt x="76137" y="94807"/>
                        <a:pt x="50292" y="94807"/>
                      </a:cubicBezTo>
                      <a:cubicBezTo>
                        <a:pt x="24447" y="94807"/>
                        <a:pt x="3556" y="73878"/>
                        <a:pt x="3556" y="48059"/>
                      </a:cubicBezTo>
                      <a:cubicBezTo>
                        <a:pt x="3556" y="22240"/>
                        <a:pt x="24447" y="1304"/>
                        <a:pt x="50292" y="1304"/>
                      </a:cubicBezTo>
                      <a:cubicBezTo>
                        <a:pt x="76137" y="1304"/>
                        <a:pt x="97028" y="22240"/>
                        <a:pt x="97028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7"/>
                <p:cNvSpPr/>
                <p:nvPr/>
              </p:nvSpPr>
              <p:spPr>
                <a:xfrm>
                  <a:off x="5312477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028" y="48183"/>
                      </a:moveTo>
                      <a:cubicBezTo>
                        <a:pt x="97028" y="74002"/>
                        <a:pt x="76137" y="94932"/>
                        <a:pt x="50292" y="94932"/>
                      </a:cubicBezTo>
                      <a:cubicBezTo>
                        <a:pt x="24447" y="94932"/>
                        <a:pt x="3556" y="74002"/>
                        <a:pt x="3556" y="48183"/>
                      </a:cubicBezTo>
                      <a:cubicBezTo>
                        <a:pt x="3556" y="22364"/>
                        <a:pt x="24447" y="1428"/>
                        <a:pt x="50292" y="1428"/>
                      </a:cubicBezTo>
                      <a:cubicBezTo>
                        <a:pt x="76137" y="1428"/>
                        <a:pt x="97028" y="22364"/>
                        <a:pt x="97028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7"/>
                <p:cNvSpPr/>
                <p:nvPr/>
              </p:nvSpPr>
              <p:spPr>
                <a:xfrm>
                  <a:off x="5476117" y="1925509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059"/>
                      </a:moveTo>
                      <a:cubicBezTo>
                        <a:pt x="97137" y="73878"/>
                        <a:pt x="76182" y="94807"/>
                        <a:pt x="50400" y="94807"/>
                      </a:cubicBezTo>
                      <a:cubicBezTo>
                        <a:pt x="24556" y="94807"/>
                        <a:pt x="3664" y="73878"/>
                        <a:pt x="3664" y="48059"/>
                      </a:cubicBezTo>
                      <a:cubicBezTo>
                        <a:pt x="3664" y="22240"/>
                        <a:pt x="24556" y="1304"/>
                        <a:pt x="50400" y="1304"/>
                      </a:cubicBezTo>
                      <a:cubicBezTo>
                        <a:pt x="76182" y="1304"/>
                        <a:pt x="97137" y="22240"/>
                        <a:pt x="97137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2" name="Google Shape;112;p7"/>
                <p:cNvSpPr/>
                <p:nvPr/>
              </p:nvSpPr>
              <p:spPr>
                <a:xfrm>
                  <a:off x="5476117" y="2112518"/>
                  <a:ext cx="70104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2" h="93503" extrusionOk="0">
                      <a:moveTo>
                        <a:pt x="97137" y="48183"/>
                      </a:moveTo>
                      <a:cubicBezTo>
                        <a:pt x="97137" y="74002"/>
                        <a:pt x="76182" y="94932"/>
                        <a:pt x="50400" y="94932"/>
                      </a:cubicBezTo>
                      <a:cubicBezTo>
                        <a:pt x="24556" y="94932"/>
                        <a:pt x="3664" y="74002"/>
                        <a:pt x="3664" y="48183"/>
                      </a:cubicBezTo>
                      <a:cubicBezTo>
                        <a:pt x="3664" y="22364"/>
                        <a:pt x="24556" y="1428"/>
                        <a:pt x="50400" y="1428"/>
                      </a:cubicBezTo>
                      <a:cubicBezTo>
                        <a:pt x="76182" y="1428"/>
                        <a:pt x="97137" y="22364"/>
                        <a:pt x="97137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3" name="Google Shape;113;p7"/>
                <p:cNvSpPr/>
                <p:nvPr/>
              </p:nvSpPr>
              <p:spPr>
                <a:xfrm>
                  <a:off x="5651425" y="1925509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059"/>
                      </a:moveTo>
                      <a:cubicBezTo>
                        <a:pt x="97253" y="73878"/>
                        <a:pt x="76361" y="94807"/>
                        <a:pt x="50517" y="94807"/>
                      </a:cubicBezTo>
                      <a:cubicBezTo>
                        <a:pt x="24736" y="94807"/>
                        <a:pt x="3781" y="73878"/>
                        <a:pt x="3781" y="48059"/>
                      </a:cubicBezTo>
                      <a:cubicBezTo>
                        <a:pt x="3781" y="22240"/>
                        <a:pt x="24736" y="1304"/>
                        <a:pt x="50517" y="1304"/>
                      </a:cubicBezTo>
                      <a:cubicBezTo>
                        <a:pt x="76361" y="1304"/>
                        <a:pt x="97253" y="22240"/>
                        <a:pt x="97253" y="4805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4" name="Google Shape;114;p7"/>
                <p:cNvSpPr/>
                <p:nvPr/>
              </p:nvSpPr>
              <p:spPr>
                <a:xfrm>
                  <a:off x="5651425" y="2112518"/>
                  <a:ext cx="70103" cy="70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71" h="93503" extrusionOk="0">
                      <a:moveTo>
                        <a:pt x="97253" y="48183"/>
                      </a:moveTo>
                      <a:cubicBezTo>
                        <a:pt x="97253" y="74002"/>
                        <a:pt x="76361" y="94932"/>
                        <a:pt x="50517" y="94932"/>
                      </a:cubicBezTo>
                      <a:cubicBezTo>
                        <a:pt x="24736" y="94932"/>
                        <a:pt x="3781" y="74002"/>
                        <a:pt x="3781" y="48183"/>
                      </a:cubicBezTo>
                      <a:cubicBezTo>
                        <a:pt x="3781" y="22364"/>
                        <a:pt x="24736" y="1428"/>
                        <a:pt x="50517" y="1428"/>
                      </a:cubicBezTo>
                      <a:cubicBezTo>
                        <a:pt x="76361" y="1428"/>
                        <a:pt x="97253" y="22364"/>
                        <a:pt x="97253" y="4818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15" name="Google Shape;115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"/>
          <p:cNvSpPr txBox="1">
            <a:spLocks noGrp="1"/>
          </p:cNvSpPr>
          <p:nvPr>
            <p:ph type="subTitle" idx="1"/>
          </p:nvPr>
        </p:nvSpPr>
        <p:spPr>
          <a:xfrm>
            <a:off x="713225" y="1721600"/>
            <a:ext cx="4125600" cy="21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>
            <a:spLocks noGrp="1"/>
          </p:cNvSpPr>
          <p:nvPr>
            <p:ph type="title" hasCustomPrompt="1"/>
          </p:nvPr>
        </p:nvSpPr>
        <p:spPr>
          <a:xfrm>
            <a:off x="1957750" y="1728450"/>
            <a:ext cx="52284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8" name="Google Shape;148;p11"/>
          <p:cNvSpPr txBox="1">
            <a:spLocks noGrp="1"/>
          </p:cNvSpPr>
          <p:nvPr>
            <p:ph type="subTitle" idx="1"/>
          </p:nvPr>
        </p:nvSpPr>
        <p:spPr>
          <a:xfrm>
            <a:off x="1957750" y="2849850"/>
            <a:ext cx="52284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49" name="Google Shape;149;p11"/>
          <p:cNvGrpSpPr/>
          <p:nvPr/>
        </p:nvGrpSpPr>
        <p:grpSpPr>
          <a:xfrm rot="10800000">
            <a:off x="120759" y="3996294"/>
            <a:ext cx="918699" cy="1070147"/>
            <a:chOff x="5625948" y="2664019"/>
            <a:chExt cx="918699" cy="1070147"/>
          </a:xfrm>
        </p:grpSpPr>
        <p:sp>
          <p:nvSpPr>
            <p:cNvPr id="150" name="Google Shape;150;p11"/>
            <p:cNvSpPr/>
            <p:nvPr/>
          </p:nvSpPr>
          <p:spPr>
            <a:xfrm flipH="1">
              <a:off x="5894547" y="3012066"/>
              <a:ext cx="650100" cy="7221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5625948" y="2664019"/>
              <a:ext cx="313500" cy="348000"/>
            </a:xfrm>
            <a:prstGeom prst="mathPlus">
              <a:avLst>
                <a:gd name="adj1" fmla="val 2352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13"/>
          <p:cNvGrpSpPr/>
          <p:nvPr/>
        </p:nvGrpSpPr>
        <p:grpSpPr>
          <a:xfrm>
            <a:off x="-721111" y="-974986"/>
            <a:ext cx="11721963" cy="7487260"/>
            <a:chOff x="-721111" y="-974986"/>
            <a:chExt cx="11721963" cy="7487260"/>
          </a:xfrm>
        </p:grpSpPr>
        <p:sp>
          <p:nvSpPr>
            <p:cNvPr id="155" name="Google Shape;155;p13"/>
            <p:cNvSpPr/>
            <p:nvPr/>
          </p:nvSpPr>
          <p:spPr>
            <a:xfrm rot="10800000">
              <a:off x="8347485" y="-974986"/>
              <a:ext cx="2653366" cy="264985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" name="Google Shape;156;p13"/>
            <p:cNvGrpSpPr/>
            <p:nvPr/>
          </p:nvGrpSpPr>
          <p:grpSpPr>
            <a:xfrm>
              <a:off x="-721111" y="3588349"/>
              <a:ext cx="2259549" cy="2923926"/>
              <a:chOff x="-721111" y="3588349"/>
              <a:chExt cx="2259549" cy="2923926"/>
            </a:xfrm>
          </p:grpSpPr>
          <p:sp>
            <p:nvSpPr>
              <p:cNvPr id="157" name="Google Shape;157;p13"/>
              <p:cNvSpPr/>
              <p:nvPr/>
            </p:nvSpPr>
            <p:spPr>
              <a:xfrm flipH="1">
                <a:off x="-721111" y="4256026"/>
                <a:ext cx="2259549" cy="2256248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" name="Google Shape;158;p13"/>
              <p:cNvGrpSpPr/>
              <p:nvPr/>
            </p:nvGrpSpPr>
            <p:grpSpPr>
              <a:xfrm rot="-5400000">
                <a:off x="-77895" y="3901001"/>
                <a:ext cx="945222" cy="319917"/>
                <a:chOff x="1608712" y="575096"/>
                <a:chExt cx="670466" cy="226924"/>
              </a:xfrm>
            </p:grpSpPr>
            <p:sp>
              <p:nvSpPr>
                <p:cNvPr id="159" name="Google Shape;159;p13"/>
                <p:cNvSpPr/>
                <p:nvPr/>
              </p:nvSpPr>
              <p:spPr>
                <a:xfrm>
                  <a:off x="1763432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608"/>
                      </a:moveTo>
                      <a:cubicBezTo>
                        <a:pt x="83609" y="64398"/>
                        <a:pt x="65136" y="82871"/>
                        <a:pt x="42353" y="82871"/>
                      </a:cubicBezTo>
                      <a:cubicBezTo>
                        <a:pt x="19556" y="82871"/>
                        <a:pt x="1090" y="64398"/>
                        <a:pt x="1090" y="41608"/>
                      </a:cubicBezTo>
                      <a:cubicBezTo>
                        <a:pt x="1090" y="18824"/>
                        <a:pt x="19556" y="352"/>
                        <a:pt x="42353" y="352"/>
                      </a:cubicBezTo>
                      <a:cubicBezTo>
                        <a:pt x="65136" y="352"/>
                        <a:pt x="83609" y="18824"/>
                        <a:pt x="83609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" name="Google Shape;160;p13"/>
                <p:cNvSpPr/>
                <p:nvPr/>
              </p:nvSpPr>
              <p:spPr>
                <a:xfrm>
                  <a:off x="1608712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609" y="41724"/>
                      </a:moveTo>
                      <a:cubicBezTo>
                        <a:pt x="83609" y="64514"/>
                        <a:pt x="65136" y="82980"/>
                        <a:pt x="42353" y="82980"/>
                      </a:cubicBezTo>
                      <a:cubicBezTo>
                        <a:pt x="19556" y="82980"/>
                        <a:pt x="1090" y="64514"/>
                        <a:pt x="1090" y="41724"/>
                      </a:cubicBezTo>
                      <a:cubicBezTo>
                        <a:pt x="1090" y="18934"/>
                        <a:pt x="19556" y="462"/>
                        <a:pt x="42353" y="462"/>
                      </a:cubicBezTo>
                      <a:cubicBezTo>
                        <a:pt x="65136" y="462"/>
                        <a:pt x="83609" y="18934"/>
                        <a:pt x="83609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" name="Google Shape;161;p13"/>
                <p:cNvSpPr/>
                <p:nvPr/>
              </p:nvSpPr>
              <p:spPr>
                <a:xfrm>
                  <a:off x="1918157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608"/>
                      </a:moveTo>
                      <a:cubicBezTo>
                        <a:pt x="83711" y="64398"/>
                        <a:pt x="65233" y="82871"/>
                        <a:pt x="42449" y="82871"/>
                      </a:cubicBezTo>
                      <a:cubicBezTo>
                        <a:pt x="19665" y="82871"/>
                        <a:pt x="1193" y="64398"/>
                        <a:pt x="1193" y="41608"/>
                      </a:cubicBezTo>
                      <a:cubicBezTo>
                        <a:pt x="1193" y="18824"/>
                        <a:pt x="19665" y="352"/>
                        <a:pt x="42449" y="352"/>
                      </a:cubicBezTo>
                      <a:cubicBezTo>
                        <a:pt x="65233" y="352"/>
                        <a:pt x="83711" y="18824"/>
                        <a:pt x="83711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" name="Google Shape;162;p13"/>
                <p:cNvSpPr/>
                <p:nvPr/>
              </p:nvSpPr>
              <p:spPr>
                <a:xfrm>
                  <a:off x="1763436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711" y="41724"/>
                      </a:moveTo>
                      <a:cubicBezTo>
                        <a:pt x="83711" y="64514"/>
                        <a:pt x="65233" y="82980"/>
                        <a:pt x="42449" y="82980"/>
                      </a:cubicBezTo>
                      <a:cubicBezTo>
                        <a:pt x="19665" y="82980"/>
                        <a:pt x="1193" y="64514"/>
                        <a:pt x="1193" y="41724"/>
                      </a:cubicBezTo>
                      <a:cubicBezTo>
                        <a:pt x="1193" y="18934"/>
                        <a:pt x="19665" y="462"/>
                        <a:pt x="42449" y="462"/>
                      </a:cubicBezTo>
                      <a:cubicBezTo>
                        <a:pt x="65233" y="462"/>
                        <a:pt x="83711" y="18934"/>
                        <a:pt x="83711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3" name="Google Shape;163;p13"/>
                <p:cNvSpPr/>
                <p:nvPr/>
              </p:nvSpPr>
              <p:spPr>
                <a:xfrm>
                  <a:off x="2062560" y="575096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608"/>
                      </a:moveTo>
                      <a:cubicBezTo>
                        <a:pt x="83807" y="64398"/>
                        <a:pt x="65342" y="82871"/>
                        <a:pt x="42551" y="82871"/>
                      </a:cubicBezTo>
                      <a:cubicBezTo>
                        <a:pt x="19761" y="82871"/>
                        <a:pt x="1289" y="64398"/>
                        <a:pt x="1289" y="41608"/>
                      </a:cubicBezTo>
                      <a:cubicBezTo>
                        <a:pt x="1289" y="18824"/>
                        <a:pt x="19761" y="352"/>
                        <a:pt x="42551" y="352"/>
                      </a:cubicBezTo>
                      <a:cubicBezTo>
                        <a:pt x="65342" y="352"/>
                        <a:pt x="83807" y="18824"/>
                        <a:pt x="8380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13"/>
                <p:cNvSpPr/>
                <p:nvPr/>
              </p:nvSpPr>
              <p:spPr>
                <a:xfrm>
                  <a:off x="1907840" y="740131"/>
                  <a:ext cx="61888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18" h="82518" extrusionOk="0">
                      <a:moveTo>
                        <a:pt x="83807" y="41724"/>
                      </a:moveTo>
                      <a:cubicBezTo>
                        <a:pt x="83807" y="64514"/>
                        <a:pt x="65342" y="82980"/>
                        <a:pt x="42551" y="82980"/>
                      </a:cubicBezTo>
                      <a:cubicBezTo>
                        <a:pt x="19761" y="82980"/>
                        <a:pt x="1289" y="64514"/>
                        <a:pt x="1289" y="41724"/>
                      </a:cubicBezTo>
                      <a:cubicBezTo>
                        <a:pt x="1289" y="18934"/>
                        <a:pt x="19761" y="462"/>
                        <a:pt x="42551" y="462"/>
                      </a:cubicBezTo>
                      <a:cubicBezTo>
                        <a:pt x="65342" y="462"/>
                        <a:pt x="83807" y="18934"/>
                        <a:pt x="8380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13"/>
                <p:cNvSpPr/>
                <p:nvPr/>
              </p:nvSpPr>
              <p:spPr>
                <a:xfrm>
                  <a:off x="2217284" y="575096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608"/>
                      </a:moveTo>
                      <a:cubicBezTo>
                        <a:pt x="83917" y="64398"/>
                        <a:pt x="65438" y="82871"/>
                        <a:pt x="42654" y="82871"/>
                      </a:cubicBezTo>
                      <a:cubicBezTo>
                        <a:pt x="19870" y="82871"/>
                        <a:pt x="1392" y="64398"/>
                        <a:pt x="1392" y="41608"/>
                      </a:cubicBezTo>
                      <a:cubicBezTo>
                        <a:pt x="1392" y="18824"/>
                        <a:pt x="19870" y="352"/>
                        <a:pt x="42654" y="352"/>
                      </a:cubicBezTo>
                      <a:cubicBezTo>
                        <a:pt x="65438" y="352"/>
                        <a:pt x="83917" y="18824"/>
                        <a:pt x="83917" y="41608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13"/>
                <p:cNvSpPr/>
                <p:nvPr/>
              </p:nvSpPr>
              <p:spPr>
                <a:xfrm>
                  <a:off x="2062564" y="740131"/>
                  <a:ext cx="61893" cy="61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24" h="82518" extrusionOk="0">
                      <a:moveTo>
                        <a:pt x="83917" y="41724"/>
                      </a:moveTo>
                      <a:cubicBezTo>
                        <a:pt x="83917" y="64514"/>
                        <a:pt x="65438" y="82980"/>
                        <a:pt x="42654" y="82980"/>
                      </a:cubicBezTo>
                      <a:cubicBezTo>
                        <a:pt x="19870" y="82980"/>
                        <a:pt x="1392" y="64514"/>
                        <a:pt x="1392" y="41724"/>
                      </a:cubicBezTo>
                      <a:cubicBezTo>
                        <a:pt x="1392" y="18934"/>
                        <a:pt x="19870" y="462"/>
                        <a:pt x="42654" y="462"/>
                      </a:cubicBezTo>
                      <a:cubicBezTo>
                        <a:pt x="65438" y="462"/>
                        <a:pt x="83917" y="18934"/>
                        <a:pt x="83917" y="417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67" name="Google Shape;16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>
            <a:spLocks noGrp="1"/>
          </p:cNvSpPr>
          <p:nvPr>
            <p:ph type="title" idx="3" hasCustomPrompt="1"/>
          </p:nvPr>
        </p:nvSpPr>
        <p:spPr>
          <a:xfrm>
            <a:off x="4578775" y="1790975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0" name="Google Shape;170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 idx="5" hasCustomPrompt="1"/>
          </p:nvPr>
        </p:nvSpPr>
        <p:spPr>
          <a:xfrm>
            <a:off x="4578775" y="2618423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3" name="Google Shape;173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5" y="3445950"/>
            <a:ext cx="734700" cy="532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"/>
          </p:nvPr>
        </p:nvSpPr>
        <p:spPr>
          <a:xfrm>
            <a:off x="145470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8"/>
          </p:nvPr>
        </p:nvSpPr>
        <p:spPr>
          <a:xfrm>
            <a:off x="1454700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9"/>
          </p:nvPr>
        </p:nvSpPr>
        <p:spPr>
          <a:xfrm>
            <a:off x="1454704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13"/>
          </p:nvPr>
        </p:nvSpPr>
        <p:spPr>
          <a:xfrm>
            <a:off x="5313475" y="17909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ubTitle" idx="14"/>
          </p:nvPr>
        </p:nvSpPr>
        <p:spPr>
          <a:xfrm>
            <a:off x="5313475" y="2618423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15"/>
          </p:nvPr>
        </p:nvSpPr>
        <p:spPr>
          <a:xfrm>
            <a:off x="5313475" y="3445950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80" name="Google Shape;180;p13"/>
          <p:cNvGrpSpPr/>
          <p:nvPr/>
        </p:nvGrpSpPr>
        <p:grpSpPr>
          <a:xfrm rot="-5400000">
            <a:off x="-77895" y="3901001"/>
            <a:ext cx="945222" cy="319917"/>
            <a:chOff x="1608712" y="575096"/>
            <a:chExt cx="670466" cy="226924"/>
          </a:xfrm>
        </p:grpSpPr>
        <p:sp>
          <p:nvSpPr>
            <p:cNvPr id="181" name="Google Shape;181;p13"/>
            <p:cNvSpPr/>
            <p:nvPr/>
          </p:nvSpPr>
          <p:spPr>
            <a:xfrm>
              <a:off x="176343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160871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1918157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1763436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206256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1907840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221728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2062564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13"/>
          <p:cNvGrpSpPr/>
          <p:nvPr/>
        </p:nvGrpSpPr>
        <p:grpSpPr>
          <a:xfrm>
            <a:off x="7575228" y="179552"/>
            <a:ext cx="1140297" cy="999196"/>
            <a:chOff x="7575228" y="179552"/>
            <a:chExt cx="1140297" cy="999196"/>
          </a:xfrm>
        </p:grpSpPr>
        <p:grpSp>
          <p:nvGrpSpPr>
            <p:cNvPr id="190" name="Google Shape;190;p13"/>
            <p:cNvGrpSpPr/>
            <p:nvPr/>
          </p:nvGrpSpPr>
          <p:grpSpPr>
            <a:xfrm>
              <a:off x="8116148" y="275809"/>
              <a:ext cx="599377" cy="902940"/>
              <a:chOff x="7959998" y="275809"/>
              <a:chExt cx="599377" cy="902940"/>
            </a:xfrm>
          </p:grpSpPr>
          <p:sp>
            <p:nvSpPr>
              <p:cNvPr id="191" name="Google Shape;191;p13"/>
              <p:cNvSpPr/>
              <p:nvPr/>
            </p:nvSpPr>
            <p:spPr>
              <a:xfrm rot="10800000">
                <a:off x="8325211" y="944585"/>
                <a:ext cx="234164" cy="234164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3"/>
              <p:cNvSpPr/>
              <p:nvPr/>
            </p:nvSpPr>
            <p:spPr>
              <a:xfrm rot="10800000">
                <a:off x="7959998" y="275809"/>
                <a:ext cx="365191" cy="365191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" name="Google Shape;193;p13"/>
            <p:cNvSpPr/>
            <p:nvPr/>
          </p:nvSpPr>
          <p:spPr>
            <a:xfrm rot="10800000">
              <a:off x="7575228" y="179552"/>
              <a:ext cx="156974" cy="156974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3627775" y="3172500"/>
            <a:ext cx="48030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3627700" y="1309200"/>
            <a:ext cx="48030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 rot="10800000">
            <a:off x="-1356121" y="-493627"/>
            <a:ext cx="2069345" cy="2066251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14"/>
          <p:cNvGrpSpPr/>
          <p:nvPr/>
        </p:nvGrpSpPr>
        <p:grpSpPr>
          <a:xfrm>
            <a:off x="8375425" y="-39736"/>
            <a:ext cx="549539" cy="1238562"/>
            <a:chOff x="8375425" y="-39736"/>
            <a:chExt cx="549539" cy="1238562"/>
          </a:xfrm>
        </p:grpSpPr>
        <p:sp>
          <p:nvSpPr>
            <p:cNvPr id="199" name="Google Shape;199;p14"/>
            <p:cNvSpPr/>
            <p:nvPr/>
          </p:nvSpPr>
          <p:spPr>
            <a:xfrm rot="10800000" flipH="1">
              <a:off x="8375425" y="-39736"/>
              <a:ext cx="463787" cy="46378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4"/>
            <p:cNvSpPr/>
            <p:nvPr/>
          </p:nvSpPr>
          <p:spPr>
            <a:xfrm rot="10800000" flipH="1">
              <a:off x="8667449" y="941311"/>
              <a:ext cx="257515" cy="25751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 b="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18"/>
          <p:cNvSpPr txBox="1">
            <a:spLocks noGrp="1"/>
          </p:cNvSpPr>
          <p:nvPr>
            <p:ph type="subTitle" idx="1"/>
          </p:nvPr>
        </p:nvSpPr>
        <p:spPr>
          <a:xfrm>
            <a:off x="1694675" y="33155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8"/>
          <p:cNvSpPr txBox="1">
            <a:spLocks noGrp="1"/>
          </p:cNvSpPr>
          <p:nvPr>
            <p:ph type="subTitle" idx="2"/>
          </p:nvPr>
        </p:nvSpPr>
        <p:spPr>
          <a:xfrm>
            <a:off x="1694700" y="1875100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8"/>
          <p:cNvSpPr txBox="1">
            <a:spLocks noGrp="1"/>
          </p:cNvSpPr>
          <p:nvPr>
            <p:ph type="subTitle" idx="3"/>
          </p:nvPr>
        </p:nvSpPr>
        <p:spPr>
          <a:xfrm>
            <a:off x="1694675" y="147025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8"/>
          <p:cNvSpPr txBox="1">
            <a:spLocks noGrp="1"/>
          </p:cNvSpPr>
          <p:nvPr>
            <p:ph type="subTitle" idx="4"/>
          </p:nvPr>
        </p:nvSpPr>
        <p:spPr>
          <a:xfrm>
            <a:off x="1694700" y="291050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52" name="Google Shape;252;p18"/>
          <p:cNvGrpSpPr/>
          <p:nvPr/>
        </p:nvGrpSpPr>
        <p:grpSpPr>
          <a:xfrm>
            <a:off x="-48339" y="-1329437"/>
            <a:ext cx="2101435" cy="2100160"/>
            <a:chOff x="-48339" y="-1329437"/>
            <a:chExt cx="2101435" cy="2100160"/>
          </a:xfrm>
        </p:grpSpPr>
        <p:sp>
          <p:nvSpPr>
            <p:cNvPr id="253" name="Google Shape;253;p18"/>
            <p:cNvSpPr/>
            <p:nvPr/>
          </p:nvSpPr>
          <p:spPr>
            <a:xfrm rot="10800000">
              <a:off x="199742" y="-1329437"/>
              <a:ext cx="1853354" cy="1850672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" name="Google Shape;254;p18"/>
            <p:cNvGrpSpPr/>
            <p:nvPr/>
          </p:nvGrpSpPr>
          <p:grpSpPr>
            <a:xfrm>
              <a:off x="-48339" y="-12"/>
              <a:ext cx="727117" cy="770735"/>
              <a:chOff x="5137170" y="1563182"/>
              <a:chExt cx="584358" cy="619462"/>
            </a:xfrm>
          </p:grpSpPr>
          <p:sp>
            <p:nvSpPr>
              <p:cNvPr id="255" name="Google Shape;255;p18"/>
              <p:cNvSpPr/>
              <p:nvPr/>
            </p:nvSpPr>
            <p:spPr>
              <a:xfrm>
                <a:off x="5137170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811"/>
                    </a:moveTo>
                    <a:cubicBezTo>
                      <a:pt x="96911" y="73631"/>
                      <a:pt x="75956" y="94567"/>
                      <a:pt x="50175" y="94567"/>
                    </a:cubicBezTo>
                    <a:cubicBezTo>
                      <a:pt x="24330" y="94567"/>
                      <a:pt x="3439" y="73631"/>
                      <a:pt x="3439" y="47811"/>
                    </a:cubicBezTo>
                    <a:cubicBezTo>
                      <a:pt x="3439" y="21992"/>
                      <a:pt x="24330" y="1063"/>
                      <a:pt x="50175" y="1063"/>
                    </a:cubicBezTo>
                    <a:cubicBezTo>
                      <a:pt x="75956" y="1063"/>
                      <a:pt x="96911" y="21992"/>
                      <a:pt x="96911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8"/>
              <p:cNvSpPr/>
              <p:nvPr/>
            </p:nvSpPr>
            <p:spPr>
              <a:xfrm>
                <a:off x="5137170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7936"/>
                    </a:moveTo>
                    <a:cubicBezTo>
                      <a:pt x="96911" y="73755"/>
                      <a:pt x="75956" y="94691"/>
                      <a:pt x="50175" y="94691"/>
                    </a:cubicBezTo>
                    <a:cubicBezTo>
                      <a:pt x="24330" y="94691"/>
                      <a:pt x="3439" y="73755"/>
                      <a:pt x="3439" y="47936"/>
                    </a:cubicBezTo>
                    <a:cubicBezTo>
                      <a:pt x="3439" y="22117"/>
                      <a:pt x="24330" y="1187"/>
                      <a:pt x="50175" y="1187"/>
                    </a:cubicBezTo>
                    <a:cubicBezTo>
                      <a:pt x="75956" y="1187"/>
                      <a:pt x="96911" y="22117"/>
                      <a:pt x="96911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8"/>
              <p:cNvSpPr/>
              <p:nvPr/>
            </p:nvSpPr>
            <p:spPr>
              <a:xfrm>
                <a:off x="5312477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811"/>
                    </a:moveTo>
                    <a:cubicBezTo>
                      <a:pt x="97028" y="73631"/>
                      <a:pt x="76137" y="94567"/>
                      <a:pt x="50292" y="94567"/>
                    </a:cubicBezTo>
                    <a:cubicBezTo>
                      <a:pt x="24447" y="94567"/>
                      <a:pt x="3556" y="73631"/>
                      <a:pt x="3556" y="47811"/>
                    </a:cubicBezTo>
                    <a:cubicBezTo>
                      <a:pt x="3556" y="21992"/>
                      <a:pt x="24447" y="1063"/>
                      <a:pt x="50292" y="1063"/>
                    </a:cubicBezTo>
                    <a:cubicBezTo>
                      <a:pt x="76137" y="1063"/>
                      <a:pt x="97028" y="21992"/>
                      <a:pt x="97028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8"/>
              <p:cNvSpPr/>
              <p:nvPr/>
            </p:nvSpPr>
            <p:spPr>
              <a:xfrm>
                <a:off x="5312477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7936"/>
                    </a:moveTo>
                    <a:cubicBezTo>
                      <a:pt x="97028" y="73755"/>
                      <a:pt x="76137" y="94691"/>
                      <a:pt x="50292" y="94691"/>
                    </a:cubicBezTo>
                    <a:cubicBezTo>
                      <a:pt x="24447" y="94691"/>
                      <a:pt x="3556" y="73755"/>
                      <a:pt x="3556" y="47936"/>
                    </a:cubicBezTo>
                    <a:cubicBezTo>
                      <a:pt x="3556" y="22117"/>
                      <a:pt x="24447" y="1187"/>
                      <a:pt x="50292" y="1187"/>
                    </a:cubicBezTo>
                    <a:cubicBezTo>
                      <a:pt x="76137" y="1187"/>
                      <a:pt x="97028" y="22117"/>
                      <a:pt x="97028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8"/>
              <p:cNvSpPr/>
              <p:nvPr/>
            </p:nvSpPr>
            <p:spPr>
              <a:xfrm>
                <a:off x="5476117" y="1563182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811"/>
                    </a:moveTo>
                    <a:cubicBezTo>
                      <a:pt x="97137" y="73631"/>
                      <a:pt x="76182" y="94567"/>
                      <a:pt x="50400" y="94567"/>
                    </a:cubicBezTo>
                    <a:cubicBezTo>
                      <a:pt x="24556" y="94567"/>
                      <a:pt x="3664" y="73631"/>
                      <a:pt x="3664" y="47811"/>
                    </a:cubicBezTo>
                    <a:cubicBezTo>
                      <a:pt x="3664" y="21992"/>
                      <a:pt x="24556" y="1063"/>
                      <a:pt x="50400" y="1063"/>
                    </a:cubicBezTo>
                    <a:cubicBezTo>
                      <a:pt x="76182" y="1063"/>
                      <a:pt x="97137" y="21992"/>
                      <a:pt x="97137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8"/>
              <p:cNvSpPr/>
              <p:nvPr/>
            </p:nvSpPr>
            <p:spPr>
              <a:xfrm>
                <a:off x="5476117" y="1750191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7936"/>
                    </a:moveTo>
                    <a:cubicBezTo>
                      <a:pt x="97137" y="73755"/>
                      <a:pt x="76182" y="94691"/>
                      <a:pt x="50400" y="94691"/>
                    </a:cubicBezTo>
                    <a:cubicBezTo>
                      <a:pt x="24556" y="94691"/>
                      <a:pt x="3664" y="73755"/>
                      <a:pt x="3664" y="47936"/>
                    </a:cubicBezTo>
                    <a:cubicBezTo>
                      <a:pt x="3664" y="22117"/>
                      <a:pt x="24556" y="1187"/>
                      <a:pt x="50400" y="1187"/>
                    </a:cubicBezTo>
                    <a:cubicBezTo>
                      <a:pt x="76182" y="1187"/>
                      <a:pt x="97137" y="22117"/>
                      <a:pt x="97137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8"/>
              <p:cNvSpPr/>
              <p:nvPr/>
            </p:nvSpPr>
            <p:spPr>
              <a:xfrm>
                <a:off x="5651425" y="1563182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811"/>
                    </a:moveTo>
                    <a:cubicBezTo>
                      <a:pt x="97253" y="73631"/>
                      <a:pt x="76361" y="94567"/>
                      <a:pt x="50517" y="94567"/>
                    </a:cubicBezTo>
                    <a:cubicBezTo>
                      <a:pt x="24736" y="94567"/>
                      <a:pt x="3781" y="73631"/>
                      <a:pt x="3781" y="47811"/>
                    </a:cubicBezTo>
                    <a:cubicBezTo>
                      <a:pt x="3781" y="21992"/>
                      <a:pt x="24736" y="1063"/>
                      <a:pt x="50517" y="1063"/>
                    </a:cubicBezTo>
                    <a:cubicBezTo>
                      <a:pt x="76361" y="1063"/>
                      <a:pt x="97253" y="21992"/>
                      <a:pt x="97253" y="4781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8"/>
              <p:cNvSpPr/>
              <p:nvPr/>
            </p:nvSpPr>
            <p:spPr>
              <a:xfrm>
                <a:off x="5651425" y="1750191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7936"/>
                    </a:moveTo>
                    <a:cubicBezTo>
                      <a:pt x="97253" y="73755"/>
                      <a:pt x="76361" y="94691"/>
                      <a:pt x="50517" y="94691"/>
                    </a:cubicBezTo>
                    <a:cubicBezTo>
                      <a:pt x="24736" y="94691"/>
                      <a:pt x="3781" y="73755"/>
                      <a:pt x="3781" y="47936"/>
                    </a:cubicBezTo>
                    <a:cubicBezTo>
                      <a:pt x="3781" y="22117"/>
                      <a:pt x="24736" y="1187"/>
                      <a:pt x="50517" y="1187"/>
                    </a:cubicBezTo>
                    <a:cubicBezTo>
                      <a:pt x="76361" y="1187"/>
                      <a:pt x="97253" y="22117"/>
                      <a:pt x="97253" y="479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5137170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059"/>
                    </a:moveTo>
                    <a:cubicBezTo>
                      <a:pt x="96911" y="73878"/>
                      <a:pt x="75956" y="94807"/>
                      <a:pt x="50175" y="94807"/>
                    </a:cubicBezTo>
                    <a:cubicBezTo>
                      <a:pt x="24330" y="94807"/>
                      <a:pt x="3439" y="73878"/>
                      <a:pt x="3439" y="48059"/>
                    </a:cubicBezTo>
                    <a:cubicBezTo>
                      <a:pt x="3439" y="22240"/>
                      <a:pt x="24330" y="1304"/>
                      <a:pt x="50175" y="1304"/>
                    </a:cubicBezTo>
                    <a:cubicBezTo>
                      <a:pt x="75956" y="1304"/>
                      <a:pt x="96911" y="22240"/>
                      <a:pt x="96911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5137170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6911" y="48183"/>
                    </a:moveTo>
                    <a:cubicBezTo>
                      <a:pt x="96911" y="74002"/>
                      <a:pt x="75956" y="94932"/>
                      <a:pt x="50175" y="94932"/>
                    </a:cubicBezTo>
                    <a:cubicBezTo>
                      <a:pt x="24330" y="94932"/>
                      <a:pt x="3439" y="74002"/>
                      <a:pt x="3439" y="48183"/>
                    </a:cubicBezTo>
                    <a:cubicBezTo>
                      <a:pt x="3439" y="22364"/>
                      <a:pt x="24330" y="1428"/>
                      <a:pt x="50175" y="1428"/>
                    </a:cubicBezTo>
                    <a:cubicBezTo>
                      <a:pt x="75956" y="1428"/>
                      <a:pt x="96911" y="22364"/>
                      <a:pt x="96911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8"/>
              <p:cNvSpPr/>
              <p:nvPr/>
            </p:nvSpPr>
            <p:spPr>
              <a:xfrm>
                <a:off x="5312477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059"/>
                    </a:moveTo>
                    <a:cubicBezTo>
                      <a:pt x="97028" y="73878"/>
                      <a:pt x="76137" y="94807"/>
                      <a:pt x="50292" y="94807"/>
                    </a:cubicBezTo>
                    <a:cubicBezTo>
                      <a:pt x="24447" y="94807"/>
                      <a:pt x="3556" y="73878"/>
                      <a:pt x="3556" y="48059"/>
                    </a:cubicBezTo>
                    <a:cubicBezTo>
                      <a:pt x="3556" y="22240"/>
                      <a:pt x="24447" y="1304"/>
                      <a:pt x="50292" y="1304"/>
                    </a:cubicBezTo>
                    <a:cubicBezTo>
                      <a:pt x="76137" y="1304"/>
                      <a:pt x="97028" y="22240"/>
                      <a:pt x="97028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8"/>
              <p:cNvSpPr/>
              <p:nvPr/>
            </p:nvSpPr>
            <p:spPr>
              <a:xfrm>
                <a:off x="5312477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028" y="48183"/>
                    </a:moveTo>
                    <a:cubicBezTo>
                      <a:pt x="97028" y="74002"/>
                      <a:pt x="76137" y="94932"/>
                      <a:pt x="50292" y="94932"/>
                    </a:cubicBezTo>
                    <a:cubicBezTo>
                      <a:pt x="24447" y="94932"/>
                      <a:pt x="3556" y="74002"/>
                      <a:pt x="3556" y="48183"/>
                    </a:cubicBezTo>
                    <a:cubicBezTo>
                      <a:pt x="3556" y="22364"/>
                      <a:pt x="24447" y="1428"/>
                      <a:pt x="50292" y="1428"/>
                    </a:cubicBezTo>
                    <a:cubicBezTo>
                      <a:pt x="76137" y="1428"/>
                      <a:pt x="97028" y="22364"/>
                      <a:pt x="97028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8"/>
              <p:cNvSpPr/>
              <p:nvPr/>
            </p:nvSpPr>
            <p:spPr>
              <a:xfrm>
                <a:off x="5476117" y="1925509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059"/>
                    </a:moveTo>
                    <a:cubicBezTo>
                      <a:pt x="97137" y="73878"/>
                      <a:pt x="76182" y="94807"/>
                      <a:pt x="50400" y="94807"/>
                    </a:cubicBezTo>
                    <a:cubicBezTo>
                      <a:pt x="24556" y="94807"/>
                      <a:pt x="3664" y="73878"/>
                      <a:pt x="3664" y="48059"/>
                    </a:cubicBezTo>
                    <a:cubicBezTo>
                      <a:pt x="3664" y="22240"/>
                      <a:pt x="24556" y="1304"/>
                      <a:pt x="50400" y="1304"/>
                    </a:cubicBezTo>
                    <a:cubicBezTo>
                      <a:pt x="76182" y="1304"/>
                      <a:pt x="97137" y="22240"/>
                      <a:pt x="97137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8"/>
              <p:cNvSpPr/>
              <p:nvPr/>
            </p:nvSpPr>
            <p:spPr>
              <a:xfrm>
                <a:off x="5476117" y="2112518"/>
                <a:ext cx="70104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2" h="93503" extrusionOk="0">
                    <a:moveTo>
                      <a:pt x="97137" y="48183"/>
                    </a:moveTo>
                    <a:cubicBezTo>
                      <a:pt x="97137" y="74002"/>
                      <a:pt x="76182" y="94932"/>
                      <a:pt x="50400" y="94932"/>
                    </a:cubicBezTo>
                    <a:cubicBezTo>
                      <a:pt x="24556" y="94932"/>
                      <a:pt x="3664" y="74002"/>
                      <a:pt x="3664" y="48183"/>
                    </a:cubicBezTo>
                    <a:cubicBezTo>
                      <a:pt x="3664" y="22364"/>
                      <a:pt x="24556" y="1428"/>
                      <a:pt x="50400" y="1428"/>
                    </a:cubicBezTo>
                    <a:cubicBezTo>
                      <a:pt x="76182" y="1428"/>
                      <a:pt x="97137" y="22364"/>
                      <a:pt x="97137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8"/>
              <p:cNvSpPr/>
              <p:nvPr/>
            </p:nvSpPr>
            <p:spPr>
              <a:xfrm>
                <a:off x="5651425" y="1925509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059"/>
                    </a:moveTo>
                    <a:cubicBezTo>
                      <a:pt x="97253" y="73878"/>
                      <a:pt x="76361" y="94807"/>
                      <a:pt x="50517" y="94807"/>
                    </a:cubicBezTo>
                    <a:cubicBezTo>
                      <a:pt x="24736" y="94807"/>
                      <a:pt x="3781" y="73878"/>
                      <a:pt x="3781" y="48059"/>
                    </a:cubicBezTo>
                    <a:cubicBezTo>
                      <a:pt x="3781" y="22240"/>
                      <a:pt x="24736" y="1304"/>
                      <a:pt x="50517" y="1304"/>
                    </a:cubicBezTo>
                    <a:cubicBezTo>
                      <a:pt x="76361" y="1304"/>
                      <a:pt x="97253" y="22240"/>
                      <a:pt x="97253" y="480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8"/>
              <p:cNvSpPr/>
              <p:nvPr/>
            </p:nvSpPr>
            <p:spPr>
              <a:xfrm>
                <a:off x="5651425" y="2112518"/>
                <a:ext cx="70103" cy="70127"/>
              </a:xfrm>
              <a:custGeom>
                <a:avLst/>
                <a:gdLst/>
                <a:ahLst/>
                <a:cxnLst/>
                <a:rect l="l" t="t" r="r" b="b"/>
                <a:pathLst>
                  <a:path w="93471" h="93503" extrusionOk="0">
                    <a:moveTo>
                      <a:pt x="97253" y="48183"/>
                    </a:moveTo>
                    <a:cubicBezTo>
                      <a:pt x="97253" y="74002"/>
                      <a:pt x="76361" y="94932"/>
                      <a:pt x="50517" y="94932"/>
                    </a:cubicBezTo>
                    <a:cubicBezTo>
                      <a:pt x="24736" y="94932"/>
                      <a:pt x="3781" y="74002"/>
                      <a:pt x="3781" y="48183"/>
                    </a:cubicBezTo>
                    <a:cubicBezTo>
                      <a:pt x="3781" y="22364"/>
                      <a:pt x="24736" y="1428"/>
                      <a:pt x="50517" y="1428"/>
                    </a:cubicBezTo>
                    <a:cubicBezTo>
                      <a:pt x="76361" y="1428"/>
                      <a:pt x="97253" y="22364"/>
                      <a:pt x="97253" y="481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" name="Google Shape;271;p18"/>
          <p:cNvGrpSpPr/>
          <p:nvPr/>
        </p:nvGrpSpPr>
        <p:grpSpPr>
          <a:xfrm>
            <a:off x="8065839" y="153788"/>
            <a:ext cx="926337" cy="1363460"/>
            <a:chOff x="8065839" y="153788"/>
            <a:chExt cx="926337" cy="1363460"/>
          </a:xfrm>
        </p:grpSpPr>
        <p:sp>
          <p:nvSpPr>
            <p:cNvPr id="272" name="Google Shape;272;p18"/>
            <p:cNvSpPr/>
            <p:nvPr/>
          </p:nvSpPr>
          <p:spPr>
            <a:xfrm>
              <a:off x="8664287" y="1257139"/>
              <a:ext cx="260110" cy="26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8065839" y="153788"/>
              <a:ext cx="162812" cy="16281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8596497" y="187525"/>
              <a:ext cx="395678" cy="39567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>
            <a:spLocks noGrp="1"/>
          </p:cNvSpPr>
          <p:nvPr>
            <p:ph type="title" hasCustomPrompt="1"/>
          </p:nvPr>
        </p:nvSpPr>
        <p:spPr>
          <a:xfrm>
            <a:off x="4014975" y="618400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23"/>
          <p:cNvSpPr txBox="1">
            <a:spLocks noGrp="1"/>
          </p:cNvSpPr>
          <p:nvPr>
            <p:ph type="subTitle" idx="1"/>
          </p:nvPr>
        </p:nvSpPr>
        <p:spPr>
          <a:xfrm>
            <a:off x="4014975" y="1354367"/>
            <a:ext cx="44157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89" name="Google Shape;389;p23"/>
          <p:cNvSpPr txBox="1">
            <a:spLocks noGrp="1"/>
          </p:cNvSpPr>
          <p:nvPr>
            <p:ph type="title" idx="2" hasCustomPrompt="1"/>
          </p:nvPr>
        </p:nvSpPr>
        <p:spPr>
          <a:xfrm>
            <a:off x="4014975" y="1970661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0" name="Google Shape;390;p23"/>
          <p:cNvSpPr txBox="1">
            <a:spLocks noGrp="1"/>
          </p:cNvSpPr>
          <p:nvPr>
            <p:ph type="subTitle" idx="3"/>
          </p:nvPr>
        </p:nvSpPr>
        <p:spPr>
          <a:xfrm>
            <a:off x="4014975" y="2706633"/>
            <a:ext cx="44157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91" name="Google Shape;391;p23"/>
          <p:cNvSpPr txBox="1">
            <a:spLocks noGrp="1"/>
          </p:cNvSpPr>
          <p:nvPr>
            <p:ph type="title" idx="4" hasCustomPrompt="1"/>
          </p:nvPr>
        </p:nvSpPr>
        <p:spPr>
          <a:xfrm>
            <a:off x="4014975" y="3322923"/>
            <a:ext cx="44157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 b="0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2" name="Google Shape;392;p23"/>
          <p:cNvSpPr txBox="1">
            <a:spLocks noGrp="1"/>
          </p:cNvSpPr>
          <p:nvPr>
            <p:ph type="subTitle" idx="5"/>
          </p:nvPr>
        </p:nvSpPr>
        <p:spPr>
          <a:xfrm>
            <a:off x="4014975" y="4058900"/>
            <a:ext cx="4415700" cy="4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93" name="Google Shape;393;p23"/>
          <p:cNvSpPr/>
          <p:nvPr/>
        </p:nvSpPr>
        <p:spPr>
          <a:xfrm flipH="1">
            <a:off x="8365439" y="4256026"/>
            <a:ext cx="2259549" cy="2256248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4" name="Google Shape;394;p23"/>
          <p:cNvGrpSpPr/>
          <p:nvPr/>
        </p:nvGrpSpPr>
        <p:grpSpPr>
          <a:xfrm>
            <a:off x="8569435" y="3844125"/>
            <a:ext cx="347864" cy="1143344"/>
            <a:chOff x="110510" y="3460575"/>
            <a:chExt cx="347864" cy="1143344"/>
          </a:xfrm>
        </p:grpSpPr>
        <p:sp>
          <p:nvSpPr>
            <p:cNvPr id="395" name="Google Shape;395;p23"/>
            <p:cNvSpPr/>
            <p:nvPr/>
          </p:nvSpPr>
          <p:spPr>
            <a:xfrm flipH="1">
              <a:off x="359060" y="372572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3"/>
            <p:cNvSpPr/>
            <p:nvPr/>
          </p:nvSpPr>
          <p:spPr>
            <a:xfrm flipH="1">
              <a:off x="359060" y="399086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 flipH="1">
              <a:off x="110510" y="346057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3"/>
            <p:cNvSpPr/>
            <p:nvPr/>
          </p:nvSpPr>
          <p:spPr>
            <a:xfrm flipH="1">
              <a:off x="110510" y="372571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3"/>
            <p:cNvSpPr/>
            <p:nvPr/>
          </p:nvSpPr>
          <p:spPr>
            <a:xfrm flipH="1">
              <a:off x="359060" y="423943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3"/>
            <p:cNvSpPr/>
            <p:nvPr/>
          </p:nvSpPr>
          <p:spPr>
            <a:xfrm flipH="1">
              <a:off x="359060" y="450457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3"/>
            <p:cNvSpPr/>
            <p:nvPr/>
          </p:nvSpPr>
          <p:spPr>
            <a:xfrm flipH="1">
              <a:off x="110510" y="397428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3"/>
            <p:cNvSpPr/>
            <p:nvPr/>
          </p:nvSpPr>
          <p:spPr>
            <a:xfrm flipH="1">
              <a:off x="110510" y="423942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23"/>
          <p:cNvGrpSpPr/>
          <p:nvPr/>
        </p:nvGrpSpPr>
        <p:grpSpPr>
          <a:xfrm>
            <a:off x="8246098" y="155427"/>
            <a:ext cx="779231" cy="944053"/>
            <a:chOff x="8246098" y="155427"/>
            <a:chExt cx="779231" cy="944053"/>
          </a:xfrm>
        </p:grpSpPr>
        <p:sp>
          <p:nvSpPr>
            <p:cNvPr id="404" name="Google Shape;404;p23"/>
            <p:cNvSpPr/>
            <p:nvPr/>
          </p:nvSpPr>
          <p:spPr>
            <a:xfrm>
              <a:off x="8246098" y="260426"/>
              <a:ext cx="158271" cy="15827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3"/>
            <p:cNvSpPr/>
            <p:nvPr/>
          </p:nvSpPr>
          <p:spPr>
            <a:xfrm>
              <a:off x="8797652" y="155427"/>
              <a:ext cx="227677" cy="22767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3"/>
            <p:cNvSpPr/>
            <p:nvPr/>
          </p:nvSpPr>
          <p:spPr>
            <a:xfrm>
              <a:off x="8500263" y="693424"/>
              <a:ext cx="406056" cy="40605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6" name="Google Shape;436;p25"/>
          <p:cNvGrpSpPr/>
          <p:nvPr/>
        </p:nvGrpSpPr>
        <p:grpSpPr>
          <a:xfrm>
            <a:off x="-851750" y="-2017850"/>
            <a:ext cx="10709381" cy="10265848"/>
            <a:chOff x="-851750" y="-2017850"/>
            <a:chExt cx="10709381" cy="10265848"/>
          </a:xfrm>
        </p:grpSpPr>
        <p:sp>
          <p:nvSpPr>
            <p:cNvPr id="437" name="Google Shape;437;p25"/>
            <p:cNvSpPr/>
            <p:nvPr/>
          </p:nvSpPr>
          <p:spPr>
            <a:xfrm>
              <a:off x="-851750" y="4698074"/>
              <a:ext cx="3555082" cy="3549924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25"/>
            <p:cNvSpPr/>
            <p:nvPr/>
          </p:nvSpPr>
          <p:spPr>
            <a:xfrm>
              <a:off x="7311950" y="-2017850"/>
              <a:ext cx="2545680" cy="254196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5"/>
          <p:cNvGrpSpPr/>
          <p:nvPr/>
        </p:nvGrpSpPr>
        <p:grpSpPr>
          <a:xfrm>
            <a:off x="75773" y="802442"/>
            <a:ext cx="8970587" cy="4295008"/>
            <a:chOff x="75773" y="802442"/>
            <a:chExt cx="8970587" cy="4295008"/>
          </a:xfrm>
        </p:grpSpPr>
        <p:sp>
          <p:nvSpPr>
            <p:cNvPr id="440" name="Google Shape;440;p25"/>
            <p:cNvSpPr/>
            <p:nvPr/>
          </p:nvSpPr>
          <p:spPr>
            <a:xfrm rot="10800000" flipH="1">
              <a:off x="398275" y="4717340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25"/>
            <p:cNvSpPr/>
            <p:nvPr/>
          </p:nvSpPr>
          <p:spPr>
            <a:xfrm rot="10800000" flipH="1">
              <a:off x="1007975" y="4570623"/>
              <a:ext cx="229623" cy="22962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25"/>
            <p:cNvSpPr/>
            <p:nvPr/>
          </p:nvSpPr>
          <p:spPr>
            <a:xfrm rot="10800000" flipH="1">
              <a:off x="75773" y="4611605"/>
              <a:ext cx="147893" cy="147893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5"/>
            <p:cNvSpPr/>
            <p:nvPr/>
          </p:nvSpPr>
          <p:spPr>
            <a:xfrm rot="10800000" flipH="1">
              <a:off x="8666250" y="2548865"/>
              <a:ext cx="380110" cy="380110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5"/>
            <p:cNvSpPr/>
            <p:nvPr/>
          </p:nvSpPr>
          <p:spPr>
            <a:xfrm rot="10800000" flipH="1">
              <a:off x="8570775" y="802442"/>
              <a:ext cx="201082" cy="201082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26"/>
          <p:cNvGrpSpPr/>
          <p:nvPr/>
        </p:nvGrpSpPr>
        <p:grpSpPr>
          <a:xfrm>
            <a:off x="-2524002" y="-4596756"/>
            <a:ext cx="13611540" cy="14506657"/>
            <a:chOff x="-2524002" y="-4596756"/>
            <a:chExt cx="13611540" cy="14506657"/>
          </a:xfrm>
        </p:grpSpPr>
        <p:sp>
          <p:nvSpPr>
            <p:cNvPr id="447" name="Google Shape;447;p26"/>
            <p:cNvSpPr/>
            <p:nvPr/>
          </p:nvSpPr>
          <p:spPr>
            <a:xfrm rot="10800000">
              <a:off x="5773998" y="-4596756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 rot="10800000">
              <a:off x="-2524002" y="4603994"/>
              <a:ext cx="5313540" cy="5305907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9" name="Google Shape;449;p26"/>
          <p:cNvGrpSpPr/>
          <p:nvPr/>
        </p:nvGrpSpPr>
        <p:grpSpPr>
          <a:xfrm>
            <a:off x="237106" y="4676144"/>
            <a:ext cx="952222" cy="319917"/>
            <a:chOff x="1608712" y="575096"/>
            <a:chExt cx="675431" cy="226924"/>
          </a:xfrm>
        </p:grpSpPr>
        <p:sp>
          <p:nvSpPr>
            <p:cNvPr id="450" name="Google Shape;450;p26"/>
            <p:cNvSpPr/>
            <p:nvPr/>
          </p:nvSpPr>
          <p:spPr>
            <a:xfrm>
              <a:off x="1608712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608"/>
                  </a:moveTo>
                  <a:cubicBezTo>
                    <a:pt x="83609" y="64398"/>
                    <a:pt x="65136" y="82871"/>
                    <a:pt x="42353" y="82871"/>
                  </a:cubicBezTo>
                  <a:cubicBezTo>
                    <a:pt x="19556" y="82871"/>
                    <a:pt x="1090" y="64398"/>
                    <a:pt x="1090" y="41608"/>
                  </a:cubicBezTo>
                  <a:cubicBezTo>
                    <a:pt x="1090" y="18824"/>
                    <a:pt x="19556" y="352"/>
                    <a:pt x="42353" y="352"/>
                  </a:cubicBezTo>
                  <a:cubicBezTo>
                    <a:pt x="65136" y="352"/>
                    <a:pt x="83609" y="18824"/>
                    <a:pt x="83609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1768398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609" y="41724"/>
                  </a:moveTo>
                  <a:cubicBezTo>
                    <a:pt x="83609" y="64514"/>
                    <a:pt x="65136" y="82980"/>
                    <a:pt x="42353" y="82980"/>
                  </a:cubicBezTo>
                  <a:cubicBezTo>
                    <a:pt x="19556" y="82980"/>
                    <a:pt x="1090" y="64514"/>
                    <a:pt x="1090" y="41724"/>
                  </a:cubicBezTo>
                  <a:cubicBezTo>
                    <a:pt x="1090" y="18934"/>
                    <a:pt x="19556" y="462"/>
                    <a:pt x="42353" y="462"/>
                  </a:cubicBezTo>
                  <a:cubicBezTo>
                    <a:pt x="65136" y="462"/>
                    <a:pt x="83609" y="18934"/>
                    <a:pt x="83609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1763436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608"/>
                  </a:moveTo>
                  <a:cubicBezTo>
                    <a:pt x="83711" y="64398"/>
                    <a:pt x="65233" y="82871"/>
                    <a:pt x="42449" y="82871"/>
                  </a:cubicBezTo>
                  <a:cubicBezTo>
                    <a:pt x="19665" y="82871"/>
                    <a:pt x="1193" y="64398"/>
                    <a:pt x="1193" y="41608"/>
                  </a:cubicBezTo>
                  <a:cubicBezTo>
                    <a:pt x="1193" y="18824"/>
                    <a:pt x="19665" y="352"/>
                    <a:pt x="42449" y="352"/>
                  </a:cubicBezTo>
                  <a:cubicBezTo>
                    <a:pt x="65233" y="352"/>
                    <a:pt x="83711" y="18824"/>
                    <a:pt x="83711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1923122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711" y="41724"/>
                  </a:moveTo>
                  <a:cubicBezTo>
                    <a:pt x="83711" y="64514"/>
                    <a:pt x="65233" y="82980"/>
                    <a:pt x="42449" y="82980"/>
                  </a:cubicBezTo>
                  <a:cubicBezTo>
                    <a:pt x="19665" y="82980"/>
                    <a:pt x="1193" y="64514"/>
                    <a:pt x="1193" y="41724"/>
                  </a:cubicBezTo>
                  <a:cubicBezTo>
                    <a:pt x="1193" y="18934"/>
                    <a:pt x="19665" y="462"/>
                    <a:pt x="42449" y="462"/>
                  </a:cubicBezTo>
                  <a:cubicBezTo>
                    <a:pt x="65233" y="462"/>
                    <a:pt x="83711" y="18934"/>
                    <a:pt x="83711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1907840" y="575096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608"/>
                  </a:moveTo>
                  <a:cubicBezTo>
                    <a:pt x="83807" y="64398"/>
                    <a:pt x="65342" y="82871"/>
                    <a:pt x="42551" y="82871"/>
                  </a:cubicBezTo>
                  <a:cubicBezTo>
                    <a:pt x="19761" y="82871"/>
                    <a:pt x="1289" y="64398"/>
                    <a:pt x="1289" y="41608"/>
                  </a:cubicBezTo>
                  <a:cubicBezTo>
                    <a:pt x="1289" y="18824"/>
                    <a:pt x="19761" y="352"/>
                    <a:pt x="42551" y="352"/>
                  </a:cubicBezTo>
                  <a:cubicBezTo>
                    <a:pt x="65342" y="352"/>
                    <a:pt x="83807" y="18824"/>
                    <a:pt x="8380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2067525" y="740131"/>
              <a:ext cx="61888" cy="61889"/>
            </a:xfrm>
            <a:custGeom>
              <a:avLst/>
              <a:gdLst/>
              <a:ahLst/>
              <a:cxnLst/>
              <a:rect l="l" t="t" r="r" b="b"/>
              <a:pathLst>
                <a:path w="82518" h="82518" extrusionOk="0">
                  <a:moveTo>
                    <a:pt x="83807" y="41724"/>
                  </a:moveTo>
                  <a:cubicBezTo>
                    <a:pt x="83807" y="64514"/>
                    <a:pt x="65342" y="82980"/>
                    <a:pt x="42551" y="82980"/>
                  </a:cubicBezTo>
                  <a:cubicBezTo>
                    <a:pt x="19761" y="82980"/>
                    <a:pt x="1289" y="64514"/>
                    <a:pt x="1289" y="41724"/>
                  </a:cubicBezTo>
                  <a:cubicBezTo>
                    <a:pt x="1289" y="18934"/>
                    <a:pt x="19761" y="462"/>
                    <a:pt x="42551" y="462"/>
                  </a:cubicBezTo>
                  <a:cubicBezTo>
                    <a:pt x="65342" y="462"/>
                    <a:pt x="83807" y="18934"/>
                    <a:pt x="8380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2062564" y="575096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608"/>
                  </a:moveTo>
                  <a:cubicBezTo>
                    <a:pt x="83917" y="64398"/>
                    <a:pt x="65438" y="82871"/>
                    <a:pt x="42654" y="82871"/>
                  </a:cubicBezTo>
                  <a:cubicBezTo>
                    <a:pt x="19870" y="82871"/>
                    <a:pt x="1392" y="64398"/>
                    <a:pt x="1392" y="41608"/>
                  </a:cubicBezTo>
                  <a:cubicBezTo>
                    <a:pt x="1392" y="18824"/>
                    <a:pt x="19870" y="352"/>
                    <a:pt x="42654" y="352"/>
                  </a:cubicBezTo>
                  <a:cubicBezTo>
                    <a:pt x="65438" y="352"/>
                    <a:pt x="83917" y="18824"/>
                    <a:pt x="83917" y="41608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2222250" y="740131"/>
              <a:ext cx="61893" cy="61889"/>
            </a:xfrm>
            <a:custGeom>
              <a:avLst/>
              <a:gdLst/>
              <a:ahLst/>
              <a:cxnLst/>
              <a:rect l="l" t="t" r="r" b="b"/>
              <a:pathLst>
                <a:path w="82524" h="82518" extrusionOk="0">
                  <a:moveTo>
                    <a:pt x="83917" y="41724"/>
                  </a:moveTo>
                  <a:cubicBezTo>
                    <a:pt x="83917" y="64514"/>
                    <a:pt x="65438" y="82980"/>
                    <a:pt x="42654" y="82980"/>
                  </a:cubicBezTo>
                  <a:cubicBezTo>
                    <a:pt x="19870" y="82980"/>
                    <a:pt x="1392" y="64514"/>
                    <a:pt x="1392" y="41724"/>
                  </a:cubicBezTo>
                  <a:cubicBezTo>
                    <a:pt x="1392" y="18934"/>
                    <a:pt x="19870" y="462"/>
                    <a:pt x="42654" y="462"/>
                  </a:cubicBezTo>
                  <a:cubicBezTo>
                    <a:pt x="65438" y="462"/>
                    <a:pt x="83917" y="18934"/>
                    <a:pt x="83917" y="41724"/>
                  </a:cubicBezTo>
                  <a:close/>
                </a:path>
              </a:pathLst>
            </a:custGeom>
            <a:solidFill>
              <a:srgbClr val="0082B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8" name="Google Shape;458;p26"/>
          <p:cNvGrpSpPr/>
          <p:nvPr/>
        </p:nvGrpSpPr>
        <p:grpSpPr>
          <a:xfrm rot="10800000">
            <a:off x="7751381" y="-395531"/>
            <a:ext cx="1334718" cy="1598162"/>
            <a:chOff x="6666988" y="1882059"/>
            <a:chExt cx="1334718" cy="1598162"/>
          </a:xfrm>
        </p:grpSpPr>
        <p:sp>
          <p:nvSpPr>
            <p:cNvPr id="459" name="Google Shape;459;p26"/>
            <p:cNvSpPr/>
            <p:nvPr/>
          </p:nvSpPr>
          <p:spPr>
            <a:xfrm flipH="1">
              <a:off x="6666988" y="2402621"/>
              <a:ext cx="969600" cy="1077600"/>
            </a:xfrm>
            <a:prstGeom prst="mathPlus">
              <a:avLst>
                <a:gd name="adj1" fmla="val 23520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6"/>
            <p:cNvSpPr/>
            <p:nvPr/>
          </p:nvSpPr>
          <p:spPr>
            <a:xfrm flipH="1">
              <a:off x="7598506" y="2123553"/>
              <a:ext cx="403200" cy="4482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6"/>
            <p:cNvSpPr/>
            <p:nvPr/>
          </p:nvSpPr>
          <p:spPr>
            <a:xfrm flipH="1">
              <a:off x="6942750" y="1882059"/>
              <a:ext cx="217500" cy="241500"/>
            </a:xfrm>
            <a:prstGeom prst="mathPlus">
              <a:avLst>
                <a:gd name="adj1" fmla="val 2352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 Black"/>
              <a:buNone/>
              <a:defRPr sz="3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7" r:id="rId4"/>
    <p:sldLayoutId id="2147483658" r:id="rId5"/>
    <p:sldLayoutId id="2147483659" r:id="rId6"/>
    <p:sldLayoutId id="2147483660" r:id="rId7"/>
    <p:sldLayoutId id="2147483664" r:id="rId8"/>
    <p:sldLayoutId id="2147483669" r:id="rId9"/>
    <p:sldLayoutId id="2147483671" r:id="rId10"/>
    <p:sldLayoutId id="214748367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>
            <a:spLocks noGrp="1"/>
          </p:cNvSpPr>
          <p:nvPr>
            <p:ph type="subTitle" idx="1"/>
          </p:nvPr>
        </p:nvSpPr>
        <p:spPr>
          <a:xfrm>
            <a:off x="714688" y="3371350"/>
            <a:ext cx="43938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30"/>
          <p:cNvSpPr txBox="1">
            <a:spLocks noGrp="1"/>
          </p:cNvSpPr>
          <p:nvPr>
            <p:ph type="ctrTitle"/>
          </p:nvPr>
        </p:nvSpPr>
        <p:spPr>
          <a:xfrm>
            <a:off x="714688" y="1218425"/>
            <a:ext cx="4393800" cy="20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 Data</a:t>
            </a:r>
            <a:endParaRPr/>
          </a:p>
        </p:txBody>
      </p:sp>
      <p:sp>
        <p:nvSpPr>
          <p:cNvPr id="474" name="Google Shape;474;p30"/>
          <p:cNvSpPr/>
          <p:nvPr/>
        </p:nvSpPr>
        <p:spPr>
          <a:xfrm rot="-2700000">
            <a:off x="4988208" y="-3126068"/>
            <a:ext cx="6691636" cy="669163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5" name="Google Shape;475;p30"/>
          <p:cNvGrpSpPr/>
          <p:nvPr/>
        </p:nvGrpSpPr>
        <p:grpSpPr>
          <a:xfrm>
            <a:off x="5413553" y="558710"/>
            <a:ext cx="3727829" cy="4584794"/>
            <a:chOff x="5413553" y="558710"/>
            <a:chExt cx="3727829" cy="4584794"/>
          </a:xfrm>
        </p:grpSpPr>
        <p:grpSp>
          <p:nvGrpSpPr>
            <p:cNvPr id="476" name="Google Shape;476;p30"/>
            <p:cNvGrpSpPr/>
            <p:nvPr/>
          </p:nvGrpSpPr>
          <p:grpSpPr>
            <a:xfrm>
              <a:off x="5413553" y="558710"/>
              <a:ext cx="3727829" cy="4584794"/>
              <a:chOff x="4957528" y="558710"/>
              <a:chExt cx="3727829" cy="4584794"/>
            </a:xfrm>
          </p:grpSpPr>
          <p:sp>
            <p:nvSpPr>
              <p:cNvPr id="477" name="Google Shape;477;p30"/>
              <p:cNvSpPr/>
              <p:nvPr/>
            </p:nvSpPr>
            <p:spPr>
              <a:xfrm>
                <a:off x="6273455" y="4424009"/>
                <a:ext cx="366236" cy="719495"/>
              </a:xfrm>
              <a:custGeom>
                <a:avLst/>
                <a:gdLst/>
                <a:ahLst/>
                <a:cxnLst/>
                <a:rect l="l" t="t" r="r" b="b"/>
                <a:pathLst>
                  <a:path w="488315" h="959327" extrusionOk="0">
                    <a:moveTo>
                      <a:pt x="480353" y="962508"/>
                    </a:moveTo>
                    <a:lnTo>
                      <a:pt x="492609" y="62992"/>
                    </a:lnTo>
                    <a:lnTo>
                      <a:pt x="20105" y="3181"/>
                    </a:lnTo>
                    <a:lnTo>
                      <a:pt x="4293" y="962508"/>
                    </a:lnTo>
                    <a:lnTo>
                      <a:pt x="480353" y="9625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30"/>
              <p:cNvSpPr/>
              <p:nvPr/>
            </p:nvSpPr>
            <p:spPr>
              <a:xfrm>
                <a:off x="6222497" y="2375508"/>
                <a:ext cx="903160" cy="2132234"/>
              </a:xfrm>
              <a:custGeom>
                <a:avLst/>
                <a:gdLst/>
                <a:ahLst/>
                <a:cxnLst/>
                <a:rect l="l" t="t" r="r" b="b"/>
                <a:pathLst>
                  <a:path w="1204214" h="2842979" extrusionOk="0">
                    <a:moveTo>
                      <a:pt x="4438" y="2801409"/>
                    </a:moveTo>
                    <a:lnTo>
                      <a:pt x="762056" y="2845268"/>
                    </a:lnTo>
                    <a:lnTo>
                      <a:pt x="1208652" y="66087"/>
                    </a:lnTo>
                    <a:lnTo>
                      <a:pt x="522788" y="2288"/>
                    </a:lnTo>
                    <a:lnTo>
                      <a:pt x="4438" y="280140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30"/>
              <p:cNvSpPr/>
              <p:nvPr/>
            </p:nvSpPr>
            <p:spPr>
              <a:xfrm>
                <a:off x="6422000" y="558710"/>
                <a:ext cx="1501919" cy="1881035"/>
              </a:xfrm>
              <a:custGeom>
                <a:avLst/>
                <a:gdLst/>
                <a:ahLst/>
                <a:cxnLst/>
                <a:rect l="l" t="t" r="r" b="b"/>
                <a:pathLst>
                  <a:path w="2002558" h="2508047" extrusionOk="0">
                    <a:moveTo>
                      <a:pt x="522293" y="70863"/>
                    </a:moveTo>
                    <a:cubicBezTo>
                      <a:pt x="522293" y="70863"/>
                      <a:pt x="821315" y="-114544"/>
                      <a:pt x="1138307" y="118710"/>
                    </a:cubicBezTo>
                    <a:cubicBezTo>
                      <a:pt x="1455299" y="351971"/>
                      <a:pt x="1473269" y="956054"/>
                      <a:pt x="1407483" y="1069694"/>
                    </a:cubicBezTo>
                    <a:cubicBezTo>
                      <a:pt x="1341698" y="1183333"/>
                      <a:pt x="1222064" y="1296973"/>
                      <a:pt x="1222064" y="1296973"/>
                    </a:cubicBezTo>
                    <a:cubicBezTo>
                      <a:pt x="1222064" y="1296973"/>
                      <a:pt x="1413453" y="1326875"/>
                      <a:pt x="1455299" y="1512289"/>
                    </a:cubicBezTo>
                    <a:cubicBezTo>
                      <a:pt x="1497209" y="1697703"/>
                      <a:pt x="1425391" y="1667794"/>
                      <a:pt x="1527117" y="1751532"/>
                    </a:cubicBezTo>
                    <a:cubicBezTo>
                      <a:pt x="1628781" y="1835263"/>
                      <a:pt x="1856048" y="1805354"/>
                      <a:pt x="1963744" y="2008713"/>
                    </a:cubicBezTo>
                    <a:cubicBezTo>
                      <a:pt x="2071377" y="2212066"/>
                      <a:pt x="1945774" y="2505138"/>
                      <a:pt x="1945774" y="2505138"/>
                    </a:cubicBezTo>
                    <a:cubicBezTo>
                      <a:pt x="1945774" y="2505138"/>
                      <a:pt x="683774" y="2517101"/>
                      <a:pt x="677804" y="2499156"/>
                    </a:cubicBezTo>
                    <a:cubicBezTo>
                      <a:pt x="671836" y="2481211"/>
                      <a:pt x="546232" y="1596026"/>
                      <a:pt x="546232" y="1596026"/>
                    </a:cubicBezTo>
                    <a:lnTo>
                      <a:pt x="169423" y="1392668"/>
                    </a:lnTo>
                    <a:cubicBezTo>
                      <a:pt x="169423" y="1392668"/>
                      <a:pt x="-21966" y="1189315"/>
                      <a:pt x="7942" y="716817"/>
                    </a:cubicBezTo>
                    <a:cubicBezTo>
                      <a:pt x="37851" y="244314"/>
                      <a:pt x="462476" y="23016"/>
                      <a:pt x="522293" y="70863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30"/>
              <p:cNvSpPr/>
              <p:nvPr/>
            </p:nvSpPr>
            <p:spPr>
              <a:xfrm>
                <a:off x="6694511" y="613885"/>
                <a:ext cx="696494" cy="597504"/>
              </a:xfrm>
              <a:custGeom>
                <a:avLst/>
                <a:gdLst/>
                <a:ahLst/>
                <a:cxnLst/>
                <a:rect l="l" t="t" r="r" b="b"/>
                <a:pathLst>
                  <a:path w="928659" h="796672" extrusionOk="0">
                    <a:moveTo>
                      <a:pt x="926827" y="784790"/>
                    </a:moveTo>
                    <a:cubicBezTo>
                      <a:pt x="847960" y="785736"/>
                      <a:pt x="793732" y="715816"/>
                      <a:pt x="764013" y="650856"/>
                    </a:cubicBezTo>
                    <a:cubicBezTo>
                      <a:pt x="732581" y="582009"/>
                      <a:pt x="713784" y="504812"/>
                      <a:pt x="662921" y="446538"/>
                    </a:cubicBezTo>
                    <a:cubicBezTo>
                      <a:pt x="551669" y="318992"/>
                      <a:pt x="363392" y="382670"/>
                      <a:pt x="225215" y="314166"/>
                    </a:cubicBezTo>
                    <a:cubicBezTo>
                      <a:pt x="156635" y="280168"/>
                      <a:pt x="107042" y="223882"/>
                      <a:pt x="71228" y="157632"/>
                    </a:cubicBezTo>
                    <a:cubicBezTo>
                      <a:pt x="82784" y="131972"/>
                      <a:pt x="95993" y="107022"/>
                      <a:pt x="111106" y="83299"/>
                    </a:cubicBezTo>
                    <a:cubicBezTo>
                      <a:pt x="112883" y="80517"/>
                      <a:pt x="114789" y="77793"/>
                      <a:pt x="116630" y="75037"/>
                    </a:cubicBezTo>
                    <a:cubicBezTo>
                      <a:pt x="195878" y="68325"/>
                      <a:pt x="275507" y="70719"/>
                      <a:pt x="353041" y="90017"/>
                    </a:cubicBezTo>
                    <a:cubicBezTo>
                      <a:pt x="431654" y="109607"/>
                      <a:pt x="506711" y="144703"/>
                      <a:pt x="571798" y="193021"/>
                    </a:cubicBezTo>
                    <a:cubicBezTo>
                      <a:pt x="608247" y="220033"/>
                      <a:pt x="639553" y="252076"/>
                      <a:pt x="672129" y="283330"/>
                    </a:cubicBezTo>
                    <a:cubicBezTo>
                      <a:pt x="678415" y="289369"/>
                      <a:pt x="687432" y="279806"/>
                      <a:pt x="682796" y="273075"/>
                    </a:cubicBezTo>
                    <a:cubicBezTo>
                      <a:pt x="659175" y="238633"/>
                      <a:pt x="626980" y="209950"/>
                      <a:pt x="594023" y="184505"/>
                    </a:cubicBezTo>
                    <a:cubicBezTo>
                      <a:pt x="560813" y="158832"/>
                      <a:pt x="524935" y="136537"/>
                      <a:pt x="487280" y="117938"/>
                    </a:cubicBezTo>
                    <a:cubicBezTo>
                      <a:pt x="412921" y="81210"/>
                      <a:pt x="330625" y="58419"/>
                      <a:pt x="247757" y="53466"/>
                    </a:cubicBezTo>
                    <a:cubicBezTo>
                      <a:pt x="224898" y="52095"/>
                      <a:pt x="201974" y="51911"/>
                      <a:pt x="179114" y="53231"/>
                    </a:cubicBezTo>
                    <a:cubicBezTo>
                      <a:pt x="161081" y="54267"/>
                      <a:pt x="143808" y="56857"/>
                      <a:pt x="126409" y="60451"/>
                    </a:cubicBezTo>
                    <a:cubicBezTo>
                      <a:pt x="129902" y="55422"/>
                      <a:pt x="133457" y="50399"/>
                      <a:pt x="137077" y="45459"/>
                    </a:cubicBezTo>
                    <a:cubicBezTo>
                      <a:pt x="145713" y="33680"/>
                      <a:pt x="155746" y="22288"/>
                      <a:pt x="162794" y="9467"/>
                    </a:cubicBezTo>
                    <a:cubicBezTo>
                      <a:pt x="165969" y="3689"/>
                      <a:pt x="158095" y="-1836"/>
                      <a:pt x="153207" y="1739"/>
                    </a:cubicBezTo>
                    <a:cubicBezTo>
                      <a:pt x="140633" y="10966"/>
                      <a:pt x="130473" y="24491"/>
                      <a:pt x="120948" y="36747"/>
                    </a:cubicBezTo>
                    <a:cubicBezTo>
                      <a:pt x="111550" y="48818"/>
                      <a:pt x="102787" y="61321"/>
                      <a:pt x="94532" y="74187"/>
                    </a:cubicBezTo>
                    <a:cubicBezTo>
                      <a:pt x="77260" y="101060"/>
                      <a:pt x="61956" y="129197"/>
                      <a:pt x="49066" y="158426"/>
                    </a:cubicBezTo>
                    <a:cubicBezTo>
                      <a:pt x="24301" y="214592"/>
                      <a:pt x="3409" y="279342"/>
                      <a:pt x="4743" y="341325"/>
                    </a:cubicBezTo>
                    <a:cubicBezTo>
                      <a:pt x="4870" y="348996"/>
                      <a:pt x="15919" y="348475"/>
                      <a:pt x="17506" y="341738"/>
                    </a:cubicBezTo>
                    <a:cubicBezTo>
                      <a:pt x="24428" y="311943"/>
                      <a:pt x="29508" y="281781"/>
                      <a:pt x="37255" y="252152"/>
                    </a:cubicBezTo>
                    <a:cubicBezTo>
                      <a:pt x="44113" y="226250"/>
                      <a:pt x="52940" y="200971"/>
                      <a:pt x="63163" y="176244"/>
                    </a:cubicBezTo>
                    <a:cubicBezTo>
                      <a:pt x="87166" y="233368"/>
                      <a:pt x="133521" y="282359"/>
                      <a:pt x="184893" y="315099"/>
                    </a:cubicBezTo>
                    <a:cubicBezTo>
                      <a:pt x="215182" y="334391"/>
                      <a:pt x="248139" y="348558"/>
                      <a:pt x="282873" y="357460"/>
                    </a:cubicBezTo>
                    <a:cubicBezTo>
                      <a:pt x="325926" y="368484"/>
                      <a:pt x="370440" y="371538"/>
                      <a:pt x="414509" y="375164"/>
                    </a:cubicBezTo>
                    <a:cubicBezTo>
                      <a:pt x="491598" y="381489"/>
                      <a:pt x="576370" y="390690"/>
                      <a:pt x="634918" y="446932"/>
                    </a:cubicBezTo>
                    <a:cubicBezTo>
                      <a:pt x="692639" y="502342"/>
                      <a:pt x="710991" y="584829"/>
                      <a:pt x="744011" y="654901"/>
                    </a:cubicBezTo>
                    <a:cubicBezTo>
                      <a:pt x="762235" y="693668"/>
                      <a:pt x="785095" y="731114"/>
                      <a:pt x="818687" y="758501"/>
                    </a:cubicBezTo>
                    <a:cubicBezTo>
                      <a:pt x="849611" y="783749"/>
                      <a:pt x="887584" y="799630"/>
                      <a:pt x="927970" y="796995"/>
                    </a:cubicBezTo>
                    <a:cubicBezTo>
                      <a:pt x="935971" y="796481"/>
                      <a:pt x="934574" y="784695"/>
                      <a:pt x="926827" y="78479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30"/>
              <p:cNvSpPr/>
              <p:nvPr/>
            </p:nvSpPr>
            <p:spPr>
              <a:xfrm>
                <a:off x="7198249" y="743371"/>
                <a:ext cx="128740" cy="177619"/>
              </a:xfrm>
              <a:custGeom>
                <a:avLst/>
                <a:gdLst/>
                <a:ahLst/>
                <a:cxnLst/>
                <a:rect l="l" t="t" r="r" b="b"/>
                <a:pathLst>
                  <a:path w="171654" h="236825" extrusionOk="0">
                    <a:moveTo>
                      <a:pt x="113463" y="101923"/>
                    </a:moveTo>
                    <a:cubicBezTo>
                      <a:pt x="86285" y="63830"/>
                      <a:pt x="53392" y="25774"/>
                      <a:pt x="13070" y="1250"/>
                    </a:cubicBezTo>
                    <a:cubicBezTo>
                      <a:pt x="8116" y="-1785"/>
                      <a:pt x="2275" y="5822"/>
                      <a:pt x="6021" y="10083"/>
                    </a:cubicBezTo>
                    <a:cubicBezTo>
                      <a:pt x="36247" y="44995"/>
                      <a:pt x="68823" y="77139"/>
                      <a:pt x="95620" y="115055"/>
                    </a:cubicBezTo>
                    <a:cubicBezTo>
                      <a:pt x="122416" y="152952"/>
                      <a:pt x="140451" y="195167"/>
                      <a:pt x="164327" y="234689"/>
                    </a:cubicBezTo>
                    <a:cubicBezTo>
                      <a:pt x="167692" y="240252"/>
                      <a:pt x="177535" y="236435"/>
                      <a:pt x="176391" y="230066"/>
                    </a:cubicBezTo>
                    <a:cubicBezTo>
                      <a:pt x="167628" y="183565"/>
                      <a:pt x="140515" y="139928"/>
                      <a:pt x="113463" y="10192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30"/>
              <p:cNvSpPr/>
              <p:nvPr/>
            </p:nvSpPr>
            <p:spPr>
              <a:xfrm>
                <a:off x="6514483" y="718499"/>
                <a:ext cx="221002" cy="155839"/>
              </a:xfrm>
              <a:custGeom>
                <a:avLst/>
                <a:gdLst/>
                <a:ahLst/>
                <a:cxnLst/>
                <a:rect l="l" t="t" r="r" b="b"/>
                <a:pathLst>
                  <a:path w="294669" h="207785" extrusionOk="0">
                    <a:moveTo>
                      <a:pt x="294414" y="874"/>
                    </a:moveTo>
                    <a:cubicBezTo>
                      <a:pt x="265521" y="-1520"/>
                      <a:pt x="233580" y="8996"/>
                      <a:pt x="206910" y="19003"/>
                    </a:cubicBezTo>
                    <a:cubicBezTo>
                      <a:pt x="177954" y="29875"/>
                      <a:pt x="150204" y="44854"/>
                      <a:pt x="124614" y="62298"/>
                    </a:cubicBezTo>
                    <a:cubicBezTo>
                      <a:pt x="99468" y="79506"/>
                      <a:pt x="76290" y="99769"/>
                      <a:pt x="55843" y="122426"/>
                    </a:cubicBezTo>
                    <a:cubicBezTo>
                      <a:pt x="35714" y="144714"/>
                      <a:pt x="15712" y="170864"/>
                      <a:pt x="4853" y="199121"/>
                    </a:cubicBezTo>
                    <a:cubicBezTo>
                      <a:pt x="2313" y="205725"/>
                      <a:pt x="11203" y="211936"/>
                      <a:pt x="15839" y="205801"/>
                    </a:cubicBezTo>
                    <a:cubicBezTo>
                      <a:pt x="33682" y="182040"/>
                      <a:pt x="49748" y="157637"/>
                      <a:pt x="70131" y="135786"/>
                    </a:cubicBezTo>
                    <a:cubicBezTo>
                      <a:pt x="89816" y="114711"/>
                      <a:pt x="111787" y="95876"/>
                      <a:pt x="135473" y="79468"/>
                    </a:cubicBezTo>
                    <a:cubicBezTo>
                      <a:pt x="159222" y="63028"/>
                      <a:pt x="184622" y="49585"/>
                      <a:pt x="211291" y="38682"/>
                    </a:cubicBezTo>
                    <a:cubicBezTo>
                      <a:pt x="225008" y="33094"/>
                      <a:pt x="239041" y="28198"/>
                      <a:pt x="253202" y="23937"/>
                    </a:cubicBezTo>
                    <a:cubicBezTo>
                      <a:pt x="267172" y="19734"/>
                      <a:pt x="281967" y="17168"/>
                      <a:pt x="295556" y="11885"/>
                    </a:cubicBezTo>
                    <a:cubicBezTo>
                      <a:pt x="300573" y="9929"/>
                      <a:pt x="300255" y="1363"/>
                      <a:pt x="294414" y="87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30"/>
              <p:cNvSpPr/>
              <p:nvPr/>
            </p:nvSpPr>
            <p:spPr>
              <a:xfrm>
                <a:off x="7260980" y="1583137"/>
                <a:ext cx="613157" cy="594622"/>
              </a:xfrm>
              <a:custGeom>
                <a:avLst/>
                <a:gdLst/>
                <a:ahLst/>
                <a:cxnLst/>
                <a:rect l="l" t="t" r="r" b="b"/>
                <a:pathLst>
                  <a:path w="817543" h="792829" extrusionOk="0">
                    <a:moveTo>
                      <a:pt x="822061" y="783615"/>
                    </a:moveTo>
                    <a:cubicBezTo>
                      <a:pt x="796788" y="711333"/>
                      <a:pt x="736653" y="660990"/>
                      <a:pt x="670169" y="626853"/>
                    </a:cubicBezTo>
                    <a:cubicBezTo>
                      <a:pt x="590477" y="585921"/>
                      <a:pt x="501513" y="568884"/>
                      <a:pt x="418137" y="537578"/>
                    </a:cubicBezTo>
                    <a:cubicBezTo>
                      <a:pt x="344858" y="510083"/>
                      <a:pt x="271897" y="469176"/>
                      <a:pt x="230240" y="400463"/>
                    </a:cubicBezTo>
                    <a:cubicBezTo>
                      <a:pt x="186870" y="328949"/>
                      <a:pt x="184711" y="242455"/>
                      <a:pt x="160073" y="164376"/>
                    </a:cubicBezTo>
                    <a:cubicBezTo>
                      <a:pt x="137150" y="91795"/>
                      <a:pt x="91238" y="17894"/>
                      <a:pt x="11673" y="1396"/>
                    </a:cubicBezTo>
                    <a:cubicBezTo>
                      <a:pt x="4117" y="-166"/>
                      <a:pt x="2402" y="11271"/>
                      <a:pt x="9705" y="13080"/>
                    </a:cubicBezTo>
                    <a:cubicBezTo>
                      <a:pt x="79047" y="30245"/>
                      <a:pt x="119813" y="101161"/>
                      <a:pt x="140134" y="164446"/>
                    </a:cubicBezTo>
                    <a:cubicBezTo>
                      <a:pt x="164454" y="240106"/>
                      <a:pt x="167502" y="322332"/>
                      <a:pt x="204269" y="393966"/>
                    </a:cubicBezTo>
                    <a:cubicBezTo>
                      <a:pt x="284152" y="549751"/>
                      <a:pt x="474652" y="567309"/>
                      <a:pt x="619940" y="626726"/>
                    </a:cubicBezTo>
                    <a:cubicBezTo>
                      <a:pt x="697093" y="658279"/>
                      <a:pt x="773547" y="709975"/>
                      <a:pt x="807392" y="789248"/>
                    </a:cubicBezTo>
                    <a:cubicBezTo>
                      <a:pt x="811329" y="798544"/>
                      <a:pt x="825427" y="793191"/>
                      <a:pt x="822061" y="78361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30"/>
              <p:cNvSpPr/>
              <p:nvPr/>
            </p:nvSpPr>
            <p:spPr>
              <a:xfrm>
                <a:off x="7456383" y="1741894"/>
                <a:ext cx="61646" cy="145450"/>
              </a:xfrm>
              <a:custGeom>
                <a:avLst/>
                <a:gdLst/>
                <a:ahLst/>
                <a:cxnLst/>
                <a:rect l="l" t="t" r="r" b="b"/>
                <a:pathLst>
                  <a:path w="82194" h="193933" extrusionOk="0">
                    <a:moveTo>
                      <a:pt x="86427" y="186095"/>
                    </a:moveTo>
                    <a:cubicBezTo>
                      <a:pt x="79315" y="172309"/>
                      <a:pt x="69028" y="159914"/>
                      <a:pt x="60899" y="146624"/>
                    </a:cubicBezTo>
                    <a:cubicBezTo>
                      <a:pt x="52263" y="132400"/>
                      <a:pt x="44898" y="117401"/>
                      <a:pt x="38992" y="101818"/>
                    </a:cubicBezTo>
                    <a:cubicBezTo>
                      <a:pt x="27245" y="70652"/>
                      <a:pt x="23054" y="38890"/>
                      <a:pt x="18418" y="6124"/>
                    </a:cubicBezTo>
                    <a:cubicBezTo>
                      <a:pt x="17593" y="-125"/>
                      <a:pt x="8512" y="-607"/>
                      <a:pt x="7306" y="5768"/>
                    </a:cubicBezTo>
                    <a:cubicBezTo>
                      <a:pt x="1083" y="39391"/>
                      <a:pt x="8068" y="75866"/>
                      <a:pt x="19624" y="107641"/>
                    </a:cubicBezTo>
                    <a:cubicBezTo>
                      <a:pt x="25467" y="123541"/>
                      <a:pt x="32769" y="138966"/>
                      <a:pt x="41532" y="153450"/>
                    </a:cubicBezTo>
                    <a:cubicBezTo>
                      <a:pt x="50232" y="167788"/>
                      <a:pt x="61471" y="184565"/>
                      <a:pt x="75568" y="193995"/>
                    </a:cubicBezTo>
                    <a:cubicBezTo>
                      <a:pt x="80649" y="197373"/>
                      <a:pt x="89856" y="192845"/>
                      <a:pt x="86427" y="18609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30"/>
              <p:cNvSpPr/>
              <p:nvPr/>
            </p:nvSpPr>
            <p:spPr>
              <a:xfrm>
                <a:off x="6621737" y="1620403"/>
                <a:ext cx="668417" cy="952810"/>
              </a:xfrm>
              <a:custGeom>
                <a:avLst/>
                <a:gdLst/>
                <a:ahLst/>
                <a:cxnLst/>
                <a:rect l="l" t="t" r="r" b="b"/>
                <a:pathLst>
                  <a:path w="891223" h="1270413" extrusionOk="0">
                    <a:moveTo>
                      <a:pt x="895848" y="1394"/>
                    </a:moveTo>
                    <a:lnTo>
                      <a:pt x="891657" y="445221"/>
                    </a:lnTo>
                    <a:lnTo>
                      <a:pt x="889816" y="635404"/>
                    </a:lnTo>
                    <a:lnTo>
                      <a:pt x="662549" y="1107876"/>
                    </a:lnTo>
                    <a:cubicBezTo>
                      <a:pt x="213985" y="1496617"/>
                      <a:pt x="4625" y="1071967"/>
                      <a:pt x="4625" y="1071967"/>
                    </a:cubicBezTo>
                    <a:lnTo>
                      <a:pt x="112257" y="790871"/>
                    </a:lnTo>
                    <a:lnTo>
                      <a:pt x="123370" y="649844"/>
                    </a:lnTo>
                    <a:lnTo>
                      <a:pt x="166105" y="109033"/>
                    </a:lnTo>
                    <a:lnTo>
                      <a:pt x="895848" y="1394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30"/>
              <p:cNvSpPr/>
              <p:nvPr/>
            </p:nvSpPr>
            <p:spPr>
              <a:xfrm>
                <a:off x="6710796" y="1620404"/>
                <a:ext cx="579359" cy="565481"/>
              </a:xfrm>
              <a:custGeom>
                <a:avLst/>
                <a:gdLst/>
                <a:ahLst/>
                <a:cxnLst/>
                <a:rect l="l" t="t" r="r" b="b"/>
                <a:pathLst>
                  <a:path w="772478" h="753975" extrusionOk="0">
                    <a:moveTo>
                      <a:pt x="777133" y="1265"/>
                    </a:moveTo>
                    <a:lnTo>
                      <a:pt x="772942" y="445093"/>
                    </a:lnTo>
                    <a:cubicBezTo>
                      <a:pt x="639719" y="571197"/>
                      <a:pt x="422231" y="747258"/>
                      <a:pt x="238843" y="754916"/>
                    </a:cubicBezTo>
                    <a:cubicBezTo>
                      <a:pt x="123464" y="759729"/>
                      <a:pt x="50629" y="710402"/>
                      <a:pt x="4655" y="649715"/>
                    </a:cubicBezTo>
                    <a:lnTo>
                      <a:pt x="47390" y="108904"/>
                    </a:lnTo>
                    <a:lnTo>
                      <a:pt x="777133" y="1265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30"/>
              <p:cNvSpPr/>
              <p:nvPr/>
            </p:nvSpPr>
            <p:spPr>
              <a:xfrm>
                <a:off x="6482937" y="871285"/>
                <a:ext cx="1008476" cy="1162205"/>
              </a:xfrm>
              <a:custGeom>
                <a:avLst/>
                <a:gdLst/>
                <a:ahLst/>
                <a:cxnLst/>
                <a:rect l="l" t="t" r="r" b="b"/>
                <a:pathLst>
                  <a:path w="1344635" h="1549606" extrusionOk="0">
                    <a:moveTo>
                      <a:pt x="297345" y="966"/>
                    </a:moveTo>
                    <a:cubicBezTo>
                      <a:pt x="297345" y="966"/>
                      <a:pt x="387071" y="183382"/>
                      <a:pt x="509690" y="222257"/>
                    </a:cubicBezTo>
                    <a:cubicBezTo>
                      <a:pt x="632308" y="261138"/>
                      <a:pt x="769850" y="198337"/>
                      <a:pt x="832651" y="225254"/>
                    </a:cubicBezTo>
                    <a:cubicBezTo>
                      <a:pt x="895453" y="252166"/>
                      <a:pt x="919393" y="440570"/>
                      <a:pt x="994131" y="515335"/>
                    </a:cubicBezTo>
                    <a:cubicBezTo>
                      <a:pt x="1068935" y="590094"/>
                      <a:pt x="1116750" y="631959"/>
                      <a:pt x="1116750" y="631959"/>
                    </a:cubicBezTo>
                    <a:cubicBezTo>
                      <a:pt x="1116750" y="631959"/>
                      <a:pt x="1203492" y="497390"/>
                      <a:pt x="1314172" y="587103"/>
                    </a:cubicBezTo>
                    <a:cubicBezTo>
                      <a:pt x="1424789" y="676816"/>
                      <a:pt x="1251370" y="942970"/>
                      <a:pt x="1107797" y="925031"/>
                    </a:cubicBezTo>
                    <a:cubicBezTo>
                      <a:pt x="1107797" y="925031"/>
                      <a:pt x="1068935" y="1218103"/>
                      <a:pt x="988163" y="1292868"/>
                    </a:cubicBezTo>
                    <a:cubicBezTo>
                      <a:pt x="907454" y="1367627"/>
                      <a:pt x="608369" y="1562013"/>
                      <a:pt x="482766" y="1550043"/>
                    </a:cubicBezTo>
                    <a:cubicBezTo>
                      <a:pt x="357163" y="1538086"/>
                      <a:pt x="176378" y="1341268"/>
                      <a:pt x="150851" y="1274923"/>
                    </a:cubicBezTo>
                    <a:cubicBezTo>
                      <a:pt x="46140" y="1002781"/>
                      <a:pt x="25248" y="772517"/>
                      <a:pt x="7278" y="566173"/>
                    </a:cubicBezTo>
                    <a:cubicBezTo>
                      <a:pt x="-10630" y="359824"/>
                      <a:pt x="67094" y="195346"/>
                      <a:pt x="111989" y="135535"/>
                    </a:cubicBezTo>
                    <a:cubicBezTo>
                      <a:pt x="156820" y="75724"/>
                      <a:pt x="297345" y="966"/>
                      <a:pt x="297345" y="966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6594210" y="1858162"/>
                <a:ext cx="2091147" cy="3285341"/>
              </a:xfrm>
              <a:custGeom>
                <a:avLst/>
                <a:gdLst/>
                <a:ahLst/>
                <a:cxnLst/>
                <a:rect l="l" t="t" r="r" b="b"/>
                <a:pathLst>
                  <a:path w="2788196" h="4380455" extrusionOk="0">
                    <a:moveTo>
                      <a:pt x="1728471" y="2388749"/>
                    </a:moveTo>
                    <a:cubicBezTo>
                      <a:pt x="1728471" y="2388749"/>
                      <a:pt x="1955738" y="2729661"/>
                      <a:pt x="1961643" y="2789485"/>
                    </a:cubicBezTo>
                    <a:cubicBezTo>
                      <a:pt x="1967676" y="2849302"/>
                      <a:pt x="1644714" y="3076581"/>
                      <a:pt x="1644714" y="3076581"/>
                    </a:cubicBezTo>
                    <a:cubicBezTo>
                      <a:pt x="1632714" y="2921038"/>
                      <a:pt x="1728471" y="2388749"/>
                      <a:pt x="1728471" y="2388749"/>
                    </a:cubicBezTo>
                    <a:close/>
                    <a:moveTo>
                      <a:pt x="1866393" y="4382784"/>
                    </a:moveTo>
                    <a:cubicBezTo>
                      <a:pt x="1807974" y="4154691"/>
                      <a:pt x="1758380" y="3973716"/>
                      <a:pt x="1758380" y="3973716"/>
                    </a:cubicBezTo>
                    <a:cubicBezTo>
                      <a:pt x="1758380" y="3973716"/>
                      <a:pt x="2781112" y="3238043"/>
                      <a:pt x="2793050" y="3016764"/>
                    </a:cubicBezTo>
                    <a:cubicBezTo>
                      <a:pt x="2805052" y="2795479"/>
                      <a:pt x="2338453" y="1467636"/>
                      <a:pt x="2003553" y="893519"/>
                    </a:cubicBezTo>
                    <a:cubicBezTo>
                      <a:pt x="1744092" y="448669"/>
                      <a:pt x="1348170" y="308989"/>
                      <a:pt x="1183006" y="268583"/>
                    </a:cubicBezTo>
                    <a:cubicBezTo>
                      <a:pt x="1161035" y="263218"/>
                      <a:pt x="1143191" y="259592"/>
                      <a:pt x="1130238" y="257223"/>
                    </a:cubicBezTo>
                    <a:cubicBezTo>
                      <a:pt x="1124459" y="256195"/>
                      <a:pt x="1119633" y="255407"/>
                      <a:pt x="1115887" y="254855"/>
                    </a:cubicBezTo>
                    <a:lnTo>
                      <a:pt x="1115823" y="254855"/>
                    </a:lnTo>
                    <a:cubicBezTo>
                      <a:pt x="1109664" y="253909"/>
                      <a:pt x="1106425" y="253515"/>
                      <a:pt x="1106425" y="253515"/>
                    </a:cubicBezTo>
                    <a:cubicBezTo>
                      <a:pt x="1105282" y="248384"/>
                      <a:pt x="1103821" y="243336"/>
                      <a:pt x="1102170" y="238205"/>
                    </a:cubicBezTo>
                    <a:cubicBezTo>
                      <a:pt x="1065087" y="117853"/>
                      <a:pt x="933006" y="2328"/>
                      <a:pt x="933006" y="2328"/>
                    </a:cubicBezTo>
                    <a:lnTo>
                      <a:pt x="926974" y="319326"/>
                    </a:lnTo>
                    <a:cubicBezTo>
                      <a:pt x="926974" y="319326"/>
                      <a:pt x="705676" y="582439"/>
                      <a:pt x="574040" y="833702"/>
                    </a:cubicBezTo>
                    <a:cubicBezTo>
                      <a:pt x="474218" y="1024291"/>
                      <a:pt x="233236" y="1727904"/>
                      <a:pt x="109728" y="2419444"/>
                    </a:cubicBezTo>
                    <a:lnTo>
                      <a:pt x="109728" y="2419521"/>
                    </a:lnTo>
                    <a:cubicBezTo>
                      <a:pt x="106616" y="2436177"/>
                      <a:pt x="103823" y="2452827"/>
                      <a:pt x="100965" y="2469476"/>
                    </a:cubicBezTo>
                    <a:cubicBezTo>
                      <a:pt x="66294" y="2672448"/>
                      <a:pt x="42418" y="2873209"/>
                      <a:pt x="35750" y="3058592"/>
                    </a:cubicBezTo>
                    <a:cubicBezTo>
                      <a:pt x="21844" y="3445732"/>
                      <a:pt x="11811" y="3952126"/>
                      <a:pt x="5080" y="4382784"/>
                    </a:cubicBezTo>
                    <a:lnTo>
                      <a:pt x="1866393" y="438278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30"/>
              <p:cNvSpPr/>
              <p:nvPr/>
            </p:nvSpPr>
            <p:spPr>
              <a:xfrm>
                <a:off x="5664512" y="2010681"/>
                <a:ext cx="1046951" cy="3132822"/>
              </a:xfrm>
              <a:custGeom>
                <a:avLst/>
                <a:gdLst/>
                <a:ahLst/>
                <a:cxnLst/>
                <a:rect l="l" t="t" r="r" b="b"/>
                <a:pathLst>
                  <a:path w="1395934" h="4177096" extrusionOk="0">
                    <a:moveTo>
                      <a:pt x="449008" y="3447390"/>
                    </a:moveTo>
                    <a:lnTo>
                      <a:pt x="410337" y="4179475"/>
                    </a:lnTo>
                    <a:lnTo>
                      <a:pt x="826262" y="4179475"/>
                    </a:lnTo>
                    <a:cubicBezTo>
                      <a:pt x="848424" y="3584099"/>
                      <a:pt x="888493" y="2810459"/>
                      <a:pt x="957390" y="2305074"/>
                    </a:cubicBezTo>
                    <a:cubicBezTo>
                      <a:pt x="959930" y="2286526"/>
                      <a:pt x="962533" y="2267991"/>
                      <a:pt x="965200" y="2249284"/>
                    </a:cubicBezTo>
                    <a:cubicBezTo>
                      <a:pt x="969581" y="2218746"/>
                      <a:pt x="974154" y="2188044"/>
                      <a:pt x="978853" y="2157183"/>
                    </a:cubicBezTo>
                    <a:cubicBezTo>
                      <a:pt x="1114553" y="1269700"/>
                      <a:pt x="1388047" y="277486"/>
                      <a:pt x="1388047" y="277486"/>
                    </a:cubicBezTo>
                    <a:lnTo>
                      <a:pt x="1400049" y="2378"/>
                    </a:lnTo>
                    <a:cubicBezTo>
                      <a:pt x="1325309" y="7751"/>
                      <a:pt x="1169607" y="222635"/>
                      <a:pt x="1136968" y="268799"/>
                    </a:cubicBezTo>
                    <a:cubicBezTo>
                      <a:pt x="1132968" y="274406"/>
                      <a:pt x="1130872" y="277486"/>
                      <a:pt x="1130872" y="277486"/>
                    </a:cubicBezTo>
                    <a:cubicBezTo>
                      <a:pt x="1130872" y="277486"/>
                      <a:pt x="1124078" y="279925"/>
                      <a:pt x="1111695" y="284820"/>
                    </a:cubicBezTo>
                    <a:cubicBezTo>
                      <a:pt x="1087374" y="294529"/>
                      <a:pt x="1041782" y="314100"/>
                      <a:pt x="984694" y="344479"/>
                    </a:cubicBezTo>
                    <a:cubicBezTo>
                      <a:pt x="957072" y="359084"/>
                      <a:pt x="926782" y="376286"/>
                      <a:pt x="894843" y="396174"/>
                    </a:cubicBezTo>
                    <a:cubicBezTo>
                      <a:pt x="767398" y="475562"/>
                      <a:pt x="614934" y="597095"/>
                      <a:pt x="508825" y="767948"/>
                    </a:cubicBezTo>
                    <a:cubicBezTo>
                      <a:pt x="293560" y="1114861"/>
                      <a:pt x="-113157" y="2322994"/>
                      <a:pt x="36385" y="2939008"/>
                    </a:cubicBezTo>
                    <a:cubicBezTo>
                      <a:pt x="185928" y="3555111"/>
                      <a:pt x="449008" y="3447390"/>
                      <a:pt x="449008" y="344739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7332845" y="1372766"/>
                <a:ext cx="98226" cy="120352"/>
              </a:xfrm>
              <a:custGeom>
                <a:avLst/>
                <a:gdLst/>
                <a:ahLst/>
                <a:cxnLst/>
                <a:rect l="l" t="t" r="r" b="b"/>
                <a:pathLst>
                  <a:path w="130968" h="160470" extrusionOk="0">
                    <a:moveTo>
                      <a:pt x="96452" y="43424"/>
                    </a:moveTo>
                    <a:cubicBezTo>
                      <a:pt x="108517" y="32743"/>
                      <a:pt x="121852" y="23282"/>
                      <a:pt x="133536" y="12233"/>
                    </a:cubicBezTo>
                    <a:cubicBezTo>
                      <a:pt x="138743" y="7324"/>
                      <a:pt x="134616" y="-683"/>
                      <a:pt x="127504" y="1247"/>
                    </a:cubicBezTo>
                    <a:cubicBezTo>
                      <a:pt x="111311" y="5635"/>
                      <a:pt x="95563" y="16195"/>
                      <a:pt x="82736" y="26787"/>
                    </a:cubicBezTo>
                    <a:cubicBezTo>
                      <a:pt x="69655" y="37652"/>
                      <a:pt x="57717" y="50295"/>
                      <a:pt x="47176" y="63662"/>
                    </a:cubicBezTo>
                    <a:cubicBezTo>
                      <a:pt x="36635" y="77066"/>
                      <a:pt x="27491" y="91608"/>
                      <a:pt x="19808" y="106854"/>
                    </a:cubicBezTo>
                    <a:cubicBezTo>
                      <a:pt x="16124" y="114252"/>
                      <a:pt x="12949" y="121910"/>
                      <a:pt x="10283" y="129765"/>
                    </a:cubicBezTo>
                    <a:cubicBezTo>
                      <a:pt x="7743" y="137341"/>
                      <a:pt x="3678" y="147602"/>
                      <a:pt x="5266" y="155641"/>
                    </a:cubicBezTo>
                    <a:cubicBezTo>
                      <a:pt x="6346" y="161458"/>
                      <a:pt x="12822" y="163382"/>
                      <a:pt x="16886" y="159108"/>
                    </a:cubicBezTo>
                    <a:cubicBezTo>
                      <a:pt x="22157" y="153673"/>
                      <a:pt x="24760" y="144396"/>
                      <a:pt x="27872" y="137576"/>
                    </a:cubicBezTo>
                    <a:cubicBezTo>
                      <a:pt x="30984" y="130743"/>
                      <a:pt x="34349" y="124006"/>
                      <a:pt x="37842" y="117351"/>
                    </a:cubicBezTo>
                    <a:cubicBezTo>
                      <a:pt x="39683" y="113858"/>
                      <a:pt x="41588" y="110417"/>
                      <a:pt x="43557" y="107026"/>
                    </a:cubicBezTo>
                    <a:cubicBezTo>
                      <a:pt x="45144" y="106632"/>
                      <a:pt x="46668" y="105921"/>
                      <a:pt x="48446" y="104987"/>
                    </a:cubicBezTo>
                    <a:cubicBezTo>
                      <a:pt x="51748" y="103267"/>
                      <a:pt x="54923" y="101451"/>
                      <a:pt x="58161" y="99723"/>
                    </a:cubicBezTo>
                    <a:cubicBezTo>
                      <a:pt x="65210" y="96008"/>
                      <a:pt x="72259" y="92452"/>
                      <a:pt x="79561" y="89385"/>
                    </a:cubicBezTo>
                    <a:cubicBezTo>
                      <a:pt x="86673" y="86414"/>
                      <a:pt x="93975" y="83874"/>
                      <a:pt x="101278" y="81410"/>
                    </a:cubicBezTo>
                    <a:cubicBezTo>
                      <a:pt x="108644" y="78927"/>
                      <a:pt x="116709" y="77651"/>
                      <a:pt x="123821" y="74552"/>
                    </a:cubicBezTo>
                    <a:cubicBezTo>
                      <a:pt x="129599" y="72031"/>
                      <a:pt x="129218" y="62874"/>
                      <a:pt x="122487" y="61884"/>
                    </a:cubicBezTo>
                    <a:cubicBezTo>
                      <a:pt x="114867" y="60766"/>
                      <a:pt x="106739" y="62328"/>
                      <a:pt x="99246" y="63846"/>
                    </a:cubicBezTo>
                    <a:cubicBezTo>
                      <a:pt x="91372" y="65440"/>
                      <a:pt x="83625" y="67706"/>
                      <a:pt x="76196" y="70761"/>
                    </a:cubicBezTo>
                    <a:cubicBezTo>
                      <a:pt x="72576" y="72259"/>
                      <a:pt x="68957" y="73879"/>
                      <a:pt x="65464" y="75644"/>
                    </a:cubicBezTo>
                    <a:cubicBezTo>
                      <a:pt x="74862" y="64005"/>
                      <a:pt x="85212" y="53330"/>
                      <a:pt x="96452" y="4342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0"/>
              <p:cNvSpPr/>
              <p:nvPr/>
            </p:nvSpPr>
            <p:spPr>
              <a:xfrm>
                <a:off x="6818112" y="4452417"/>
                <a:ext cx="965438" cy="487655"/>
              </a:xfrm>
              <a:custGeom>
                <a:avLst/>
                <a:gdLst/>
                <a:ahLst/>
                <a:cxnLst/>
                <a:rect l="l" t="t" r="r" b="b"/>
                <a:pathLst>
                  <a:path w="1287250" h="650207" extrusionOk="0">
                    <a:moveTo>
                      <a:pt x="889388" y="3123"/>
                    </a:moveTo>
                    <a:cubicBezTo>
                      <a:pt x="889388" y="3123"/>
                      <a:pt x="508578" y="168597"/>
                      <a:pt x="468700" y="202487"/>
                    </a:cubicBezTo>
                    <a:cubicBezTo>
                      <a:pt x="428822" y="236384"/>
                      <a:pt x="28137" y="581290"/>
                      <a:pt x="6165" y="621168"/>
                    </a:cubicBezTo>
                    <a:cubicBezTo>
                      <a:pt x="-15742" y="661047"/>
                      <a:pt x="241433" y="700925"/>
                      <a:pt x="442792" y="495565"/>
                    </a:cubicBezTo>
                    <a:cubicBezTo>
                      <a:pt x="442792" y="495565"/>
                      <a:pt x="987051" y="533412"/>
                      <a:pt x="1292105" y="485596"/>
                    </a:cubicBezTo>
                    <a:lnTo>
                      <a:pt x="889388" y="3123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30"/>
              <p:cNvSpPr/>
              <p:nvPr/>
            </p:nvSpPr>
            <p:spPr>
              <a:xfrm>
                <a:off x="4957528" y="2710445"/>
                <a:ext cx="1538622" cy="1682159"/>
              </a:xfrm>
              <a:custGeom>
                <a:avLst/>
                <a:gdLst/>
                <a:ahLst/>
                <a:cxnLst/>
                <a:rect l="l" t="t" r="r" b="b"/>
                <a:pathLst>
                  <a:path w="2051496" h="2242878" extrusionOk="0">
                    <a:moveTo>
                      <a:pt x="3808" y="2361"/>
                    </a:moveTo>
                    <a:lnTo>
                      <a:pt x="470343" y="211702"/>
                    </a:lnTo>
                    <a:lnTo>
                      <a:pt x="2055305" y="2245240"/>
                    </a:lnTo>
                    <a:lnTo>
                      <a:pt x="1600708" y="2131607"/>
                    </a:lnTo>
                    <a:lnTo>
                      <a:pt x="3808" y="23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30"/>
              <p:cNvSpPr/>
              <p:nvPr/>
            </p:nvSpPr>
            <p:spPr>
              <a:xfrm>
                <a:off x="6017722" y="2748082"/>
                <a:ext cx="142096" cy="1092870"/>
              </a:xfrm>
              <a:custGeom>
                <a:avLst/>
                <a:gdLst/>
                <a:ahLst/>
                <a:cxnLst/>
                <a:rect l="l" t="t" r="r" b="b"/>
                <a:pathLst>
                  <a:path w="189462" h="1457160" extrusionOk="0">
                    <a:moveTo>
                      <a:pt x="183546" y="5317"/>
                    </a:moveTo>
                    <a:cubicBezTo>
                      <a:pt x="108235" y="181574"/>
                      <a:pt x="61499" y="371242"/>
                      <a:pt x="33306" y="560466"/>
                    </a:cubicBezTo>
                    <a:cubicBezTo>
                      <a:pt x="5175" y="749372"/>
                      <a:pt x="-3842" y="941923"/>
                      <a:pt x="11398" y="1132411"/>
                    </a:cubicBezTo>
                    <a:cubicBezTo>
                      <a:pt x="19970" y="1240500"/>
                      <a:pt x="33051" y="1348222"/>
                      <a:pt x="55531" y="1454388"/>
                    </a:cubicBezTo>
                    <a:cubicBezTo>
                      <a:pt x="57055" y="1461570"/>
                      <a:pt x="68357" y="1460757"/>
                      <a:pt x="67151" y="1453251"/>
                    </a:cubicBezTo>
                    <a:cubicBezTo>
                      <a:pt x="51720" y="1359398"/>
                      <a:pt x="39465" y="1265120"/>
                      <a:pt x="32734" y="1170225"/>
                    </a:cubicBezTo>
                    <a:cubicBezTo>
                      <a:pt x="26003" y="1075388"/>
                      <a:pt x="25177" y="979890"/>
                      <a:pt x="27781" y="884875"/>
                    </a:cubicBezTo>
                    <a:cubicBezTo>
                      <a:pt x="32988" y="694438"/>
                      <a:pt x="58959" y="504840"/>
                      <a:pt x="103092" y="319572"/>
                    </a:cubicBezTo>
                    <a:cubicBezTo>
                      <a:pt x="128111" y="214682"/>
                      <a:pt x="159480" y="111965"/>
                      <a:pt x="193198" y="9603"/>
                    </a:cubicBezTo>
                    <a:cubicBezTo>
                      <a:pt x="195294" y="3291"/>
                      <a:pt x="186277" y="-1053"/>
                      <a:pt x="183546" y="531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30"/>
              <p:cNvSpPr/>
              <p:nvPr/>
            </p:nvSpPr>
            <p:spPr>
              <a:xfrm>
                <a:off x="6250684" y="2208078"/>
                <a:ext cx="280891" cy="1487781"/>
              </a:xfrm>
              <a:custGeom>
                <a:avLst/>
                <a:gdLst/>
                <a:ahLst/>
                <a:cxnLst/>
                <a:rect l="l" t="t" r="r" b="b"/>
                <a:pathLst>
                  <a:path w="374521" h="1983708" extrusionOk="0">
                    <a:moveTo>
                      <a:pt x="41533" y="803586"/>
                    </a:moveTo>
                    <a:cubicBezTo>
                      <a:pt x="28325" y="828764"/>
                      <a:pt x="23817" y="855987"/>
                      <a:pt x="26293" y="884238"/>
                    </a:cubicBezTo>
                    <a:cubicBezTo>
                      <a:pt x="28770" y="914146"/>
                      <a:pt x="37406" y="942950"/>
                      <a:pt x="45534" y="971677"/>
                    </a:cubicBezTo>
                    <a:cubicBezTo>
                      <a:pt x="53662" y="1000322"/>
                      <a:pt x="61472" y="1029126"/>
                      <a:pt x="68966" y="1057936"/>
                    </a:cubicBezTo>
                    <a:cubicBezTo>
                      <a:pt x="98874" y="1172909"/>
                      <a:pt x="124020" y="1289076"/>
                      <a:pt x="144086" y="1406113"/>
                    </a:cubicBezTo>
                    <a:cubicBezTo>
                      <a:pt x="171899" y="1567498"/>
                      <a:pt x="189869" y="1730217"/>
                      <a:pt x="197426" y="1893571"/>
                    </a:cubicBezTo>
                    <a:cubicBezTo>
                      <a:pt x="192727" y="1924432"/>
                      <a:pt x="188155" y="1955134"/>
                      <a:pt x="183773" y="1985672"/>
                    </a:cubicBezTo>
                    <a:cubicBezTo>
                      <a:pt x="180027" y="1895000"/>
                      <a:pt x="173550" y="1804322"/>
                      <a:pt x="164596" y="1714120"/>
                    </a:cubicBezTo>
                    <a:cubicBezTo>
                      <a:pt x="140403" y="1471055"/>
                      <a:pt x="95890" y="1230211"/>
                      <a:pt x="30167" y="994963"/>
                    </a:cubicBezTo>
                    <a:cubicBezTo>
                      <a:pt x="14863" y="940346"/>
                      <a:pt x="-6155" y="881552"/>
                      <a:pt x="10165" y="824649"/>
                    </a:cubicBezTo>
                    <a:cubicBezTo>
                      <a:pt x="24960" y="773202"/>
                      <a:pt x="66044" y="734136"/>
                      <a:pt x="102176" y="696811"/>
                    </a:cubicBezTo>
                    <a:cubicBezTo>
                      <a:pt x="177614" y="618839"/>
                      <a:pt x="258068" y="546081"/>
                      <a:pt x="342524" y="478053"/>
                    </a:cubicBezTo>
                    <a:cubicBezTo>
                      <a:pt x="265244" y="467087"/>
                      <a:pt x="188028" y="456038"/>
                      <a:pt x="110812" y="444754"/>
                    </a:cubicBezTo>
                    <a:cubicBezTo>
                      <a:pt x="103446" y="443649"/>
                      <a:pt x="99954" y="435839"/>
                      <a:pt x="102493" y="429368"/>
                    </a:cubicBezTo>
                    <a:cubicBezTo>
                      <a:pt x="115638" y="395275"/>
                      <a:pt x="129735" y="361575"/>
                      <a:pt x="144975" y="328428"/>
                    </a:cubicBezTo>
                    <a:cubicBezTo>
                      <a:pt x="171455" y="270586"/>
                      <a:pt x="201172" y="214242"/>
                      <a:pt x="234129" y="159867"/>
                    </a:cubicBezTo>
                    <a:cubicBezTo>
                      <a:pt x="250321" y="133191"/>
                      <a:pt x="267149" y="106991"/>
                      <a:pt x="284739" y="81267"/>
                    </a:cubicBezTo>
                    <a:cubicBezTo>
                      <a:pt x="298899" y="60509"/>
                      <a:pt x="314583" y="40862"/>
                      <a:pt x="330268" y="21208"/>
                    </a:cubicBezTo>
                    <a:cubicBezTo>
                      <a:pt x="334586" y="15767"/>
                      <a:pt x="338967" y="10401"/>
                      <a:pt x="343286" y="4952"/>
                    </a:cubicBezTo>
                    <a:cubicBezTo>
                      <a:pt x="346968" y="292"/>
                      <a:pt x="352620" y="1638"/>
                      <a:pt x="355541" y="5187"/>
                    </a:cubicBezTo>
                    <a:cubicBezTo>
                      <a:pt x="357573" y="7715"/>
                      <a:pt x="358208" y="11423"/>
                      <a:pt x="355668" y="14820"/>
                    </a:cubicBezTo>
                    <a:cubicBezTo>
                      <a:pt x="331729" y="47332"/>
                      <a:pt x="309821" y="81343"/>
                      <a:pt x="287787" y="115119"/>
                    </a:cubicBezTo>
                    <a:cubicBezTo>
                      <a:pt x="265625" y="149129"/>
                      <a:pt x="244543" y="183934"/>
                      <a:pt x="224731" y="219367"/>
                    </a:cubicBezTo>
                    <a:cubicBezTo>
                      <a:pt x="187838" y="285654"/>
                      <a:pt x="155516" y="354317"/>
                      <a:pt x="127893" y="424948"/>
                    </a:cubicBezTo>
                    <a:cubicBezTo>
                      <a:pt x="208666" y="436626"/>
                      <a:pt x="289374" y="448539"/>
                      <a:pt x="370019" y="460457"/>
                    </a:cubicBezTo>
                    <a:cubicBezTo>
                      <a:pt x="379354" y="461873"/>
                      <a:pt x="381703" y="474110"/>
                      <a:pt x="374718" y="479634"/>
                    </a:cubicBezTo>
                    <a:cubicBezTo>
                      <a:pt x="273181" y="558946"/>
                      <a:pt x="177487" y="646303"/>
                      <a:pt x="89729" y="740613"/>
                    </a:cubicBezTo>
                    <a:cubicBezTo>
                      <a:pt x="71823" y="759866"/>
                      <a:pt x="53916" y="780072"/>
                      <a:pt x="41533" y="80358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30"/>
              <p:cNvSpPr/>
              <p:nvPr/>
            </p:nvSpPr>
            <p:spPr>
              <a:xfrm>
                <a:off x="6666124" y="2033079"/>
                <a:ext cx="778268" cy="1675445"/>
              </a:xfrm>
              <a:custGeom>
                <a:avLst/>
                <a:gdLst/>
                <a:ahLst/>
                <a:cxnLst/>
                <a:rect l="l" t="t" r="r" b="b"/>
                <a:pathLst>
                  <a:path w="1037691" h="2233926" extrusionOk="0">
                    <a:moveTo>
                      <a:pt x="1018787" y="713542"/>
                    </a:moveTo>
                    <a:cubicBezTo>
                      <a:pt x="1018215" y="718120"/>
                      <a:pt x="1013644" y="722699"/>
                      <a:pt x="1009008" y="722781"/>
                    </a:cubicBezTo>
                    <a:cubicBezTo>
                      <a:pt x="847020" y="725619"/>
                      <a:pt x="685158" y="728147"/>
                      <a:pt x="523296" y="730751"/>
                    </a:cubicBezTo>
                    <a:cubicBezTo>
                      <a:pt x="657091" y="858830"/>
                      <a:pt x="790886" y="987068"/>
                      <a:pt x="924934" y="1114913"/>
                    </a:cubicBezTo>
                    <a:cubicBezTo>
                      <a:pt x="929062" y="1118856"/>
                      <a:pt x="931348" y="1126432"/>
                      <a:pt x="926776" y="1131093"/>
                    </a:cubicBezTo>
                    <a:cubicBezTo>
                      <a:pt x="831272" y="1226661"/>
                      <a:pt x="738053" y="1324355"/>
                      <a:pt x="647439" y="1424501"/>
                    </a:cubicBezTo>
                    <a:cubicBezTo>
                      <a:pt x="486847" y="1601984"/>
                      <a:pt x="334574" y="1786966"/>
                      <a:pt x="190620" y="1978177"/>
                    </a:cubicBezTo>
                    <a:cubicBezTo>
                      <a:pt x="126929" y="2062854"/>
                      <a:pt x="64889" y="2148719"/>
                      <a:pt x="4691" y="2235835"/>
                    </a:cubicBezTo>
                    <a:cubicBezTo>
                      <a:pt x="7549" y="2219185"/>
                      <a:pt x="10343" y="2202536"/>
                      <a:pt x="13454" y="2185880"/>
                    </a:cubicBezTo>
                    <a:lnTo>
                      <a:pt x="13454" y="2185803"/>
                    </a:lnTo>
                    <a:cubicBezTo>
                      <a:pt x="141471" y="2001298"/>
                      <a:pt x="277107" y="1822240"/>
                      <a:pt x="420871" y="1649647"/>
                    </a:cubicBezTo>
                    <a:cubicBezTo>
                      <a:pt x="572827" y="1467192"/>
                      <a:pt x="733101" y="1291602"/>
                      <a:pt x="901312" y="1124146"/>
                    </a:cubicBezTo>
                    <a:cubicBezTo>
                      <a:pt x="764089" y="992117"/>
                      <a:pt x="626484" y="860487"/>
                      <a:pt x="488943" y="728700"/>
                    </a:cubicBezTo>
                    <a:cubicBezTo>
                      <a:pt x="482529" y="722622"/>
                      <a:pt x="484117" y="708963"/>
                      <a:pt x="494848" y="708811"/>
                    </a:cubicBezTo>
                    <a:cubicBezTo>
                      <a:pt x="662615" y="706125"/>
                      <a:pt x="830383" y="703287"/>
                      <a:pt x="998086" y="700918"/>
                    </a:cubicBezTo>
                    <a:cubicBezTo>
                      <a:pt x="1004373" y="652703"/>
                      <a:pt x="1009579" y="604246"/>
                      <a:pt x="1013390" y="555795"/>
                    </a:cubicBezTo>
                    <a:cubicBezTo>
                      <a:pt x="1027551" y="373734"/>
                      <a:pt x="1022661" y="190251"/>
                      <a:pt x="1004944" y="8666"/>
                    </a:cubicBezTo>
                    <a:cubicBezTo>
                      <a:pt x="1004817" y="7009"/>
                      <a:pt x="1005198" y="5592"/>
                      <a:pt x="1005897" y="4564"/>
                    </a:cubicBezTo>
                    <a:cubicBezTo>
                      <a:pt x="1008754" y="379"/>
                      <a:pt x="1016628" y="1008"/>
                      <a:pt x="1017581" y="7402"/>
                    </a:cubicBezTo>
                    <a:cubicBezTo>
                      <a:pt x="1018279" y="11981"/>
                      <a:pt x="1018915" y="16635"/>
                      <a:pt x="1019549" y="21214"/>
                    </a:cubicBezTo>
                    <a:lnTo>
                      <a:pt x="1019613" y="21214"/>
                    </a:lnTo>
                    <a:cubicBezTo>
                      <a:pt x="1026344" y="68642"/>
                      <a:pt x="1031868" y="116229"/>
                      <a:pt x="1035424" y="164051"/>
                    </a:cubicBezTo>
                    <a:cubicBezTo>
                      <a:pt x="1048886" y="347134"/>
                      <a:pt x="1042536" y="531564"/>
                      <a:pt x="1018787" y="71354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0"/>
              <p:cNvSpPr/>
              <p:nvPr/>
            </p:nvSpPr>
            <p:spPr>
              <a:xfrm>
                <a:off x="7721654" y="3103942"/>
                <a:ext cx="156607" cy="546381"/>
              </a:xfrm>
              <a:custGeom>
                <a:avLst/>
                <a:gdLst/>
                <a:ahLst/>
                <a:cxnLst/>
                <a:rect l="l" t="t" r="r" b="b"/>
                <a:pathLst>
                  <a:path w="208809" h="728508" extrusionOk="0">
                    <a:moveTo>
                      <a:pt x="213636" y="723168"/>
                    </a:moveTo>
                    <a:cubicBezTo>
                      <a:pt x="183346" y="631360"/>
                      <a:pt x="147659" y="541438"/>
                      <a:pt x="119211" y="448994"/>
                    </a:cubicBezTo>
                    <a:cubicBezTo>
                      <a:pt x="90700" y="356341"/>
                      <a:pt x="67395" y="262323"/>
                      <a:pt x="48091" y="167353"/>
                    </a:cubicBezTo>
                    <a:cubicBezTo>
                      <a:pt x="42757" y="141368"/>
                      <a:pt x="37740" y="115346"/>
                      <a:pt x="32851" y="89292"/>
                    </a:cubicBezTo>
                    <a:cubicBezTo>
                      <a:pt x="27771" y="61993"/>
                      <a:pt x="21294" y="34860"/>
                      <a:pt x="17166" y="7421"/>
                    </a:cubicBezTo>
                    <a:cubicBezTo>
                      <a:pt x="16024" y="-154"/>
                      <a:pt x="4403" y="887"/>
                      <a:pt x="5228" y="8583"/>
                    </a:cubicBezTo>
                    <a:cubicBezTo>
                      <a:pt x="8023" y="33037"/>
                      <a:pt x="9356" y="57580"/>
                      <a:pt x="12467" y="82027"/>
                    </a:cubicBezTo>
                    <a:cubicBezTo>
                      <a:pt x="15515" y="106405"/>
                      <a:pt x="19389" y="130751"/>
                      <a:pt x="23643" y="154957"/>
                    </a:cubicBezTo>
                    <a:cubicBezTo>
                      <a:pt x="31899" y="202043"/>
                      <a:pt x="41931" y="248791"/>
                      <a:pt x="52980" y="295292"/>
                    </a:cubicBezTo>
                    <a:cubicBezTo>
                      <a:pt x="75523" y="389926"/>
                      <a:pt x="103526" y="483252"/>
                      <a:pt x="136356" y="574819"/>
                    </a:cubicBezTo>
                    <a:cubicBezTo>
                      <a:pt x="155088" y="626979"/>
                      <a:pt x="176615" y="678414"/>
                      <a:pt x="202777" y="727328"/>
                    </a:cubicBezTo>
                    <a:cubicBezTo>
                      <a:pt x="206206" y="733747"/>
                      <a:pt x="215985" y="730452"/>
                      <a:pt x="213636" y="72316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0"/>
              <p:cNvSpPr/>
              <p:nvPr/>
            </p:nvSpPr>
            <p:spPr>
              <a:xfrm>
                <a:off x="7475407" y="4156615"/>
                <a:ext cx="337604" cy="288360"/>
              </a:xfrm>
              <a:custGeom>
                <a:avLst/>
                <a:gdLst/>
                <a:ahLst/>
                <a:cxnLst/>
                <a:rect l="l" t="t" r="r" b="b"/>
                <a:pathLst>
                  <a:path w="450138" h="384480" extrusionOk="0">
                    <a:moveTo>
                      <a:pt x="444516" y="3994"/>
                    </a:moveTo>
                    <a:cubicBezTo>
                      <a:pt x="380000" y="41758"/>
                      <a:pt x="321643" y="91078"/>
                      <a:pt x="264049" y="138386"/>
                    </a:cubicBezTo>
                    <a:cubicBezTo>
                      <a:pt x="206010" y="186011"/>
                      <a:pt x="149558" y="235439"/>
                      <a:pt x="94694" y="286633"/>
                    </a:cubicBezTo>
                    <a:cubicBezTo>
                      <a:pt x="79772" y="300533"/>
                      <a:pt x="64913" y="314529"/>
                      <a:pt x="50498" y="328956"/>
                    </a:cubicBezTo>
                    <a:cubicBezTo>
                      <a:pt x="34940" y="344520"/>
                      <a:pt x="21034" y="361150"/>
                      <a:pt x="6429" y="377457"/>
                    </a:cubicBezTo>
                    <a:cubicBezTo>
                      <a:pt x="1984" y="382429"/>
                      <a:pt x="9540" y="390544"/>
                      <a:pt x="14684" y="386011"/>
                    </a:cubicBezTo>
                    <a:cubicBezTo>
                      <a:pt x="28717" y="373603"/>
                      <a:pt x="43513" y="362008"/>
                      <a:pt x="57356" y="349250"/>
                    </a:cubicBezTo>
                    <a:cubicBezTo>
                      <a:pt x="70818" y="336874"/>
                      <a:pt x="84153" y="324371"/>
                      <a:pt x="97488" y="311919"/>
                    </a:cubicBezTo>
                    <a:cubicBezTo>
                      <a:pt x="124729" y="286576"/>
                      <a:pt x="152288" y="261576"/>
                      <a:pt x="180228" y="237021"/>
                    </a:cubicBezTo>
                    <a:cubicBezTo>
                      <a:pt x="236172" y="187897"/>
                      <a:pt x="293513" y="140399"/>
                      <a:pt x="352251" y="94742"/>
                    </a:cubicBezTo>
                    <a:cubicBezTo>
                      <a:pt x="386032" y="68542"/>
                      <a:pt x="420513" y="43218"/>
                      <a:pt x="452580" y="14961"/>
                    </a:cubicBezTo>
                    <a:cubicBezTo>
                      <a:pt x="459248" y="9119"/>
                      <a:pt x="452073" y="-432"/>
                      <a:pt x="444516" y="39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30"/>
              <p:cNvSpPr/>
              <p:nvPr/>
            </p:nvSpPr>
            <p:spPr>
              <a:xfrm>
                <a:off x="8063582" y="3764309"/>
                <a:ext cx="252437" cy="188346"/>
              </a:xfrm>
              <a:custGeom>
                <a:avLst/>
                <a:gdLst/>
                <a:ahLst/>
                <a:cxnLst/>
                <a:rect l="l" t="t" r="r" b="b"/>
                <a:pathLst>
                  <a:path w="336583" h="251128" extrusionOk="0">
                    <a:moveTo>
                      <a:pt x="332094" y="3273"/>
                    </a:moveTo>
                    <a:cubicBezTo>
                      <a:pt x="301805" y="15922"/>
                      <a:pt x="273992" y="37379"/>
                      <a:pt x="247131" y="55927"/>
                    </a:cubicBezTo>
                    <a:cubicBezTo>
                      <a:pt x="218747" y="75485"/>
                      <a:pt x="190617" y="95399"/>
                      <a:pt x="162867" y="115795"/>
                    </a:cubicBezTo>
                    <a:cubicBezTo>
                      <a:pt x="135689" y="135823"/>
                      <a:pt x="108638" y="156225"/>
                      <a:pt x="82158" y="177193"/>
                    </a:cubicBezTo>
                    <a:cubicBezTo>
                      <a:pt x="56123" y="197767"/>
                      <a:pt x="27294" y="218493"/>
                      <a:pt x="6530" y="244649"/>
                    </a:cubicBezTo>
                    <a:cubicBezTo>
                      <a:pt x="3355" y="248605"/>
                      <a:pt x="7673" y="255711"/>
                      <a:pt x="12753" y="253152"/>
                    </a:cubicBezTo>
                    <a:cubicBezTo>
                      <a:pt x="41963" y="238286"/>
                      <a:pt x="67743" y="215852"/>
                      <a:pt x="93715" y="196103"/>
                    </a:cubicBezTo>
                    <a:cubicBezTo>
                      <a:pt x="120703" y="175644"/>
                      <a:pt x="147690" y="155323"/>
                      <a:pt x="174995" y="135359"/>
                    </a:cubicBezTo>
                    <a:cubicBezTo>
                      <a:pt x="202300" y="115408"/>
                      <a:pt x="229732" y="95653"/>
                      <a:pt x="257482" y="76336"/>
                    </a:cubicBezTo>
                    <a:cubicBezTo>
                      <a:pt x="270880" y="67046"/>
                      <a:pt x="284279" y="57806"/>
                      <a:pt x="297614" y="48478"/>
                    </a:cubicBezTo>
                    <a:cubicBezTo>
                      <a:pt x="311774" y="38534"/>
                      <a:pt x="326887" y="28692"/>
                      <a:pt x="339397" y="16665"/>
                    </a:cubicBezTo>
                    <a:cubicBezTo>
                      <a:pt x="345176" y="11140"/>
                      <a:pt x="340857" y="-397"/>
                      <a:pt x="332094" y="327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30"/>
              <p:cNvSpPr/>
              <p:nvPr/>
            </p:nvSpPr>
            <p:spPr>
              <a:xfrm>
                <a:off x="7781888" y="4808562"/>
                <a:ext cx="141652" cy="334941"/>
              </a:xfrm>
              <a:custGeom>
                <a:avLst/>
                <a:gdLst/>
                <a:ahLst/>
                <a:cxnLst/>
                <a:rect l="l" t="t" r="r" b="b"/>
                <a:pathLst>
                  <a:path w="188870" h="446588" extrusionOk="0">
                    <a:moveTo>
                      <a:pt x="71762" y="51181"/>
                    </a:moveTo>
                    <a:cubicBezTo>
                      <a:pt x="87891" y="59817"/>
                      <a:pt x="104147" y="68262"/>
                      <a:pt x="120340" y="76708"/>
                    </a:cubicBezTo>
                    <a:cubicBezTo>
                      <a:pt x="127452" y="201104"/>
                      <a:pt x="134627" y="325501"/>
                      <a:pt x="141739" y="449898"/>
                    </a:cubicBezTo>
                    <a:lnTo>
                      <a:pt x="162822" y="449898"/>
                    </a:lnTo>
                    <a:cubicBezTo>
                      <a:pt x="157107" y="350012"/>
                      <a:pt x="151391" y="250127"/>
                      <a:pt x="145613" y="150241"/>
                    </a:cubicBezTo>
                    <a:cubicBezTo>
                      <a:pt x="144407" y="129286"/>
                      <a:pt x="143200" y="108331"/>
                      <a:pt x="141994" y="87376"/>
                    </a:cubicBezTo>
                    <a:cubicBezTo>
                      <a:pt x="144787" y="87693"/>
                      <a:pt x="147772" y="86931"/>
                      <a:pt x="149868" y="85344"/>
                    </a:cubicBezTo>
                    <a:cubicBezTo>
                      <a:pt x="164346" y="74358"/>
                      <a:pt x="180411" y="62928"/>
                      <a:pt x="192476" y="49276"/>
                    </a:cubicBezTo>
                    <a:cubicBezTo>
                      <a:pt x="197175" y="44005"/>
                      <a:pt x="190761" y="35306"/>
                      <a:pt x="184284" y="38100"/>
                    </a:cubicBezTo>
                    <a:cubicBezTo>
                      <a:pt x="169616" y="44513"/>
                      <a:pt x="155709" y="54419"/>
                      <a:pt x="142374" y="63817"/>
                    </a:cubicBezTo>
                    <a:cubicBezTo>
                      <a:pt x="122118" y="53657"/>
                      <a:pt x="101798" y="43561"/>
                      <a:pt x="81414" y="33655"/>
                    </a:cubicBezTo>
                    <a:cubicBezTo>
                      <a:pt x="59380" y="22860"/>
                      <a:pt x="37028" y="11557"/>
                      <a:pt x="13787" y="3619"/>
                    </a:cubicBezTo>
                    <a:cubicBezTo>
                      <a:pt x="7818" y="1651"/>
                      <a:pt x="1721" y="9525"/>
                      <a:pt x="7627" y="13716"/>
                    </a:cubicBezTo>
                    <a:cubicBezTo>
                      <a:pt x="27757" y="28003"/>
                      <a:pt x="50046" y="39497"/>
                      <a:pt x="71762" y="5118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30"/>
              <p:cNvSpPr/>
              <p:nvPr/>
            </p:nvSpPr>
            <p:spPr>
              <a:xfrm>
                <a:off x="7065413" y="4881936"/>
                <a:ext cx="20101" cy="261567"/>
              </a:xfrm>
              <a:custGeom>
                <a:avLst/>
                <a:gdLst/>
                <a:ahLst/>
                <a:cxnLst/>
                <a:rect l="l" t="t" r="r" b="b"/>
                <a:pathLst>
                  <a:path w="26802" h="348756" extrusionOk="0">
                    <a:moveTo>
                      <a:pt x="27374" y="352090"/>
                    </a:moveTo>
                    <a:cubicBezTo>
                      <a:pt x="29660" y="262872"/>
                      <a:pt x="31629" y="173655"/>
                      <a:pt x="31501" y="84437"/>
                    </a:cubicBezTo>
                    <a:cubicBezTo>
                      <a:pt x="31438" y="59545"/>
                      <a:pt x="31374" y="34780"/>
                      <a:pt x="30676" y="9951"/>
                    </a:cubicBezTo>
                    <a:cubicBezTo>
                      <a:pt x="30422" y="1506"/>
                      <a:pt x="16388" y="934"/>
                      <a:pt x="15817" y="9444"/>
                    </a:cubicBezTo>
                    <a:cubicBezTo>
                      <a:pt x="8260" y="114155"/>
                      <a:pt x="7625" y="219502"/>
                      <a:pt x="5276" y="324404"/>
                    </a:cubicBezTo>
                    <a:cubicBezTo>
                      <a:pt x="5085" y="333611"/>
                      <a:pt x="4895" y="342883"/>
                      <a:pt x="4705" y="352090"/>
                    </a:cubicBezTo>
                    <a:lnTo>
                      <a:pt x="27374" y="352090"/>
                    </a:ln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0"/>
              <p:cNvSpPr/>
              <p:nvPr/>
            </p:nvSpPr>
            <p:spPr>
              <a:xfrm>
                <a:off x="5835229" y="4274480"/>
                <a:ext cx="294589" cy="334415"/>
              </a:xfrm>
              <a:custGeom>
                <a:avLst/>
                <a:gdLst/>
                <a:ahLst/>
                <a:cxnLst/>
                <a:rect l="l" t="t" r="r" b="b"/>
                <a:pathLst>
                  <a:path w="392785" h="445887" extrusionOk="0">
                    <a:moveTo>
                      <a:pt x="4016" y="34856"/>
                    </a:moveTo>
                    <a:cubicBezTo>
                      <a:pt x="4016" y="34856"/>
                      <a:pt x="-2016" y="397701"/>
                      <a:pt x="137557" y="445555"/>
                    </a:cubicBezTo>
                    <a:cubicBezTo>
                      <a:pt x="277130" y="493402"/>
                      <a:pt x="396764" y="2953"/>
                      <a:pt x="396764" y="2953"/>
                    </a:cubicBezTo>
                    <a:lnTo>
                      <a:pt x="4016" y="3485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0"/>
              <p:cNvSpPr/>
              <p:nvPr/>
            </p:nvSpPr>
            <p:spPr>
              <a:xfrm>
                <a:off x="5763192" y="3553572"/>
                <a:ext cx="628308" cy="766444"/>
              </a:xfrm>
              <a:custGeom>
                <a:avLst/>
                <a:gdLst/>
                <a:ahLst/>
                <a:cxnLst/>
                <a:rect l="l" t="t" r="r" b="b"/>
                <a:pathLst>
                  <a:path w="837744" h="1021925" extrusionOk="0">
                    <a:moveTo>
                      <a:pt x="88126" y="547153"/>
                    </a:moveTo>
                    <a:lnTo>
                      <a:pt x="100128" y="995731"/>
                    </a:lnTo>
                    <a:cubicBezTo>
                      <a:pt x="100128" y="995731"/>
                      <a:pt x="349302" y="1095413"/>
                      <a:pt x="626416" y="923957"/>
                    </a:cubicBezTo>
                    <a:cubicBezTo>
                      <a:pt x="718619" y="866921"/>
                      <a:pt x="839776" y="646836"/>
                      <a:pt x="841745" y="596995"/>
                    </a:cubicBezTo>
                    <a:cubicBezTo>
                      <a:pt x="843713" y="547153"/>
                      <a:pt x="771959" y="527221"/>
                      <a:pt x="771959" y="527221"/>
                    </a:cubicBezTo>
                    <a:cubicBezTo>
                      <a:pt x="771959" y="527221"/>
                      <a:pt x="775959" y="437502"/>
                      <a:pt x="704204" y="393636"/>
                    </a:cubicBezTo>
                    <a:cubicBezTo>
                      <a:pt x="694235" y="387661"/>
                      <a:pt x="674296" y="315886"/>
                      <a:pt x="586538" y="309904"/>
                    </a:cubicBezTo>
                    <a:cubicBezTo>
                      <a:pt x="586538" y="309904"/>
                      <a:pt x="538722" y="226173"/>
                      <a:pt x="492876" y="228168"/>
                    </a:cubicBezTo>
                    <a:cubicBezTo>
                      <a:pt x="446965" y="230155"/>
                      <a:pt x="289485" y="377691"/>
                      <a:pt x="269546" y="383673"/>
                    </a:cubicBezTo>
                    <a:cubicBezTo>
                      <a:pt x="249607" y="389654"/>
                      <a:pt x="74157" y="-9088"/>
                      <a:pt x="18340" y="2882"/>
                    </a:cubicBezTo>
                    <a:cubicBezTo>
                      <a:pt x="-37477" y="14839"/>
                      <a:pt x="88126" y="459435"/>
                      <a:pt x="88126" y="54715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30"/>
              <p:cNvSpPr/>
              <p:nvPr/>
            </p:nvSpPr>
            <p:spPr>
              <a:xfrm>
                <a:off x="6088244" y="3780983"/>
                <a:ext cx="110917" cy="138317"/>
              </a:xfrm>
              <a:custGeom>
                <a:avLst/>
                <a:gdLst/>
                <a:ahLst/>
                <a:cxnLst/>
                <a:rect l="l" t="t" r="r" b="b"/>
                <a:pathLst>
                  <a:path w="147889" h="184422" extrusionOk="0">
                    <a:moveTo>
                      <a:pt x="141496" y="3928"/>
                    </a:moveTo>
                    <a:cubicBezTo>
                      <a:pt x="113619" y="27873"/>
                      <a:pt x="91966" y="59077"/>
                      <a:pt x="69233" y="87779"/>
                    </a:cubicBezTo>
                    <a:cubicBezTo>
                      <a:pt x="57993" y="102016"/>
                      <a:pt x="46690" y="116272"/>
                      <a:pt x="35641" y="130661"/>
                    </a:cubicBezTo>
                    <a:cubicBezTo>
                      <a:pt x="24339" y="145317"/>
                      <a:pt x="12274" y="160785"/>
                      <a:pt x="4653" y="177759"/>
                    </a:cubicBezTo>
                    <a:cubicBezTo>
                      <a:pt x="1987" y="183620"/>
                      <a:pt x="9288" y="189716"/>
                      <a:pt x="14496" y="185677"/>
                    </a:cubicBezTo>
                    <a:cubicBezTo>
                      <a:pt x="28720" y="174622"/>
                      <a:pt x="40658" y="159871"/>
                      <a:pt x="51898" y="145895"/>
                    </a:cubicBezTo>
                    <a:cubicBezTo>
                      <a:pt x="63645" y="131302"/>
                      <a:pt x="75265" y="116570"/>
                      <a:pt x="86759" y="101826"/>
                    </a:cubicBezTo>
                    <a:cubicBezTo>
                      <a:pt x="109365" y="72977"/>
                      <a:pt x="134638" y="44567"/>
                      <a:pt x="151339" y="11846"/>
                    </a:cubicBezTo>
                    <a:cubicBezTo>
                      <a:pt x="154260" y="6175"/>
                      <a:pt x="146449" y="-321"/>
                      <a:pt x="141496" y="392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30"/>
              <p:cNvSpPr/>
              <p:nvPr/>
            </p:nvSpPr>
            <p:spPr>
              <a:xfrm>
                <a:off x="6182864" y="3840820"/>
                <a:ext cx="102231" cy="141364"/>
              </a:xfrm>
              <a:custGeom>
                <a:avLst/>
                <a:gdLst/>
                <a:ahLst/>
                <a:cxnLst/>
                <a:rect l="l" t="t" r="r" b="b"/>
                <a:pathLst>
                  <a:path w="136308" h="188486" extrusionOk="0">
                    <a:moveTo>
                      <a:pt x="130331" y="4507"/>
                    </a:moveTo>
                    <a:cubicBezTo>
                      <a:pt x="118710" y="18859"/>
                      <a:pt x="106074" y="32124"/>
                      <a:pt x="94898" y="46919"/>
                    </a:cubicBezTo>
                    <a:cubicBezTo>
                      <a:pt x="83785" y="61639"/>
                      <a:pt x="73053" y="76669"/>
                      <a:pt x="62449" y="91718"/>
                    </a:cubicBezTo>
                    <a:cubicBezTo>
                      <a:pt x="51781" y="106787"/>
                      <a:pt x="41176" y="121926"/>
                      <a:pt x="30572" y="137039"/>
                    </a:cubicBezTo>
                    <a:cubicBezTo>
                      <a:pt x="20602" y="151231"/>
                      <a:pt x="9300" y="165810"/>
                      <a:pt x="4410" y="182670"/>
                    </a:cubicBezTo>
                    <a:cubicBezTo>
                      <a:pt x="2505" y="189153"/>
                      <a:pt x="11332" y="193312"/>
                      <a:pt x="16094" y="189820"/>
                    </a:cubicBezTo>
                    <a:cubicBezTo>
                      <a:pt x="30445" y="179310"/>
                      <a:pt x="40288" y="162820"/>
                      <a:pt x="50321" y="148430"/>
                    </a:cubicBezTo>
                    <a:cubicBezTo>
                      <a:pt x="60862" y="133279"/>
                      <a:pt x="71466" y="118141"/>
                      <a:pt x="81944" y="102945"/>
                    </a:cubicBezTo>
                    <a:cubicBezTo>
                      <a:pt x="92485" y="87731"/>
                      <a:pt x="102835" y="72453"/>
                      <a:pt x="112868" y="56901"/>
                    </a:cubicBezTo>
                    <a:cubicBezTo>
                      <a:pt x="122647" y="41731"/>
                      <a:pt x="130521" y="25678"/>
                      <a:pt x="139728" y="10242"/>
                    </a:cubicBezTo>
                    <a:cubicBezTo>
                      <a:pt x="143031" y="4736"/>
                      <a:pt x="134204" y="-249"/>
                      <a:pt x="130331" y="450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30"/>
              <p:cNvSpPr/>
              <p:nvPr/>
            </p:nvSpPr>
            <p:spPr>
              <a:xfrm>
                <a:off x="6253060" y="3946517"/>
                <a:ext cx="85990" cy="124106"/>
              </a:xfrm>
              <a:custGeom>
                <a:avLst/>
                <a:gdLst/>
                <a:ahLst/>
                <a:cxnLst/>
                <a:rect l="l" t="t" r="r" b="b"/>
                <a:pathLst>
                  <a:path w="114653" h="165474" extrusionOk="0">
                    <a:moveTo>
                      <a:pt x="105803" y="5081"/>
                    </a:moveTo>
                    <a:cubicBezTo>
                      <a:pt x="94626" y="16092"/>
                      <a:pt x="85800" y="29847"/>
                      <a:pt x="76973" y="42750"/>
                    </a:cubicBezTo>
                    <a:cubicBezTo>
                      <a:pt x="68592" y="54999"/>
                      <a:pt x="60273" y="67286"/>
                      <a:pt x="51955" y="79624"/>
                    </a:cubicBezTo>
                    <a:cubicBezTo>
                      <a:pt x="43699" y="91975"/>
                      <a:pt x="35381" y="104313"/>
                      <a:pt x="27317" y="116803"/>
                    </a:cubicBezTo>
                    <a:cubicBezTo>
                      <a:pt x="19188" y="129446"/>
                      <a:pt x="8965" y="143289"/>
                      <a:pt x="4520" y="157768"/>
                    </a:cubicBezTo>
                    <a:cubicBezTo>
                      <a:pt x="2615" y="163908"/>
                      <a:pt x="9219" y="171572"/>
                      <a:pt x="15315" y="166473"/>
                    </a:cubicBezTo>
                    <a:cubicBezTo>
                      <a:pt x="26936" y="156809"/>
                      <a:pt x="35698" y="142680"/>
                      <a:pt x="44208" y="130304"/>
                    </a:cubicBezTo>
                    <a:cubicBezTo>
                      <a:pt x="52844" y="117629"/>
                      <a:pt x="61289" y="104783"/>
                      <a:pt x="69735" y="91969"/>
                    </a:cubicBezTo>
                    <a:cubicBezTo>
                      <a:pt x="78244" y="79129"/>
                      <a:pt x="86562" y="66226"/>
                      <a:pt x="94944" y="53310"/>
                    </a:cubicBezTo>
                    <a:cubicBezTo>
                      <a:pt x="103262" y="40362"/>
                      <a:pt x="112470" y="27021"/>
                      <a:pt x="118185" y="12644"/>
                    </a:cubicBezTo>
                    <a:cubicBezTo>
                      <a:pt x="121487" y="4497"/>
                      <a:pt x="111518" y="-608"/>
                      <a:pt x="105803" y="5081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0"/>
              <p:cNvSpPr/>
              <p:nvPr/>
            </p:nvSpPr>
            <p:spPr>
              <a:xfrm>
                <a:off x="7215963" y="3074498"/>
                <a:ext cx="307537" cy="642402"/>
              </a:xfrm>
              <a:custGeom>
                <a:avLst/>
                <a:gdLst/>
                <a:ahLst/>
                <a:cxnLst/>
                <a:rect l="l" t="t" r="r" b="b"/>
                <a:pathLst>
                  <a:path w="410049" h="856536" extrusionOk="0">
                    <a:moveTo>
                      <a:pt x="410782" y="845086"/>
                    </a:moveTo>
                    <a:cubicBezTo>
                      <a:pt x="383604" y="834506"/>
                      <a:pt x="357124" y="824067"/>
                      <a:pt x="331343" y="810243"/>
                    </a:cubicBezTo>
                    <a:cubicBezTo>
                      <a:pt x="305372" y="796292"/>
                      <a:pt x="280988" y="779947"/>
                      <a:pt x="257874" y="761583"/>
                    </a:cubicBezTo>
                    <a:cubicBezTo>
                      <a:pt x="212091" y="725109"/>
                      <a:pt x="172974" y="680741"/>
                      <a:pt x="140843" y="631846"/>
                    </a:cubicBezTo>
                    <a:cubicBezTo>
                      <a:pt x="66739" y="518994"/>
                      <a:pt x="35624" y="384971"/>
                      <a:pt x="28892" y="251449"/>
                    </a:cubicBezTo>
                    <a:cubicBezTo>
                      <a:pt x="26861" y="210441"/>
                      <a:pt x="27305" y="169420"/>
                      <a:pt x="28575" y="128392"/>
                    </a:cubicBezTo>
                    <a:cubicBezTo>
                      <a:pt x="29147" y="108130"/>
                      <a:pt x="30036" y="87854"/>
                      <a:pt x="31052" y="67604"/>
                    </a:cubicBezTo>
                    <a:cubicBezTo>
                      <a:pt x="32005" y="47347"/>
                      <a:pt x="34354" y="26488"/>
                      <a:pt x="32449" y="6288"/>
                    </a:cubicBezTo>
                    <a:cubicBezTo>
                      <a:pt x="32067" y="2066"/>
                      <a:pt x="25337" y="478"/>
                      <a:pt x="23876" y="4898"/>
                    </a:cubicBezTo>
                    <a:cubicBezTo>
                      <a:pt x="18034" y="22284"/>
                      <a:pt x="15812" y="41074"/>
                      <a:pt x="13526" y="59247"/>
                    </a:cubicBezTo>
                    <a:cubicBezTo>
                      <a:pt x="11176" y="77814"/>
                      <a:pt x="9207" y="96376"/>
                      <a:pt x="7874" y="115045"/>
                    </a:cubicBezTo>
                    <a:cubicBezTo>
                      <a:pt x="5207" y="152148"/>
                      <a:pt x="4381" y="189378"/>
                      <a:pt x="5207" y="226570"/>
                    </a:cubicBezTo>
                    <a:cubicBezTo>
                      <a:pt x="6985" y="301417"/>
                      <a:pt x="16066" y="376011"/>
                      <a:pt x="35369" y="448439"/>
                    </a:cubicBezTo>
                    <a:cubicBezTo>
                      <a:pt x="67628" y="569851"/>
                      <a:pt x="132207" y="683859"/>
                      <a:pt x="228283" y="766085"/>
                    </a:cubicBezTo>
                    <a:cubicBezTo>
                      <a:pt x="278448" y="809037"/>
                      <a:pt x="340932" y="846597"/>
                      <a:pt x="406718" y="858675"/>
                    </a:cubicBezTo>
                    <a:cubicBezTo>
                      <a:pt x="414592" y="860122"/>
                      <a:pt x="418466" y="848064"/>
                      <a:pt x="410782" y="84508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30"/>
              <p:cNvSpPr/>
              <p:nvPr/>
            </p:nvSpPr>
            <p:spPr>
              <a:xfrm>
                <a:off x="7478984" y="3675668"/>
                <a:ext cx="100745" cy="67215"/>
              </a:xfrm>
              <a:custGeom>
                <a:avLst/>
                <a:gdLst/>
                <a:ahLst/>
                <a:cxnLst/>
                <a:rect l="l" t="t" r="r" b="b"/>
                <a:pathLst>
                  <a:path w="134326" h="89620" extrusionOk="0">
                    <a:moveTo>
                      <a:pt x="138871" y="59234"/>
                    </a:moveTo>
                    <a:cubicBezTo>
                      <a:pt x="134617" y="83078"/>
                      <a:pt x="101279" y="97055"/>
                      <a:pt x="64449" y="90450"/>
                    </a:cubicBezTo>
                    <a:cubicBezTo>
                      <a:pt x="27555" y="83840"/>
                      <a:pt x="1203" y="59164"/>
                      <a:pt x="5457" y="35313"/>
                    </a:cubicBezTo>
                    <a:cubicBezTo>
                      <a:pt x="9712" y="11475"/>
                      <a:pt x="43049" y="-2501"/>
                      <a:pt x="79879" y="4103"/>
                    </a:cubicBezTo>
                    <a:cubicBezTo>
                      <a:pt x="116773" y="10713"/>
                      <a:pt x="143189" y="35396"/>
                      <a:pt x="138871" y="59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30"/>
              <p:cNvSpPr/>
              <p:nvPr/>
            </p:nvSpPr>
            <p:spPr>
              <a:xfrm>
                <a:off x="7330520" y="3103130"/>
                <a:ext cx="350737" cy="616159"/>
              </a:xfrm>
              <a:custGeom>
                <a:avLst/>
                <a:gdLst/>
                <a:ahLst/>
                <a:cxnLst/>
                <a:rect l="l" t="t" r="r" b="b"/>
                <a:pathLst>
                  <a:path w="467649" h="821545" extrusionOk="0">
                    <a:moveTo>
                      <a:pt x="9653" y="809897"/>
                    </a:moveTo>
                    <a:cubicBezTo>
                      <a:pt x="37657" y="801648"/>
                      <a:pt x="64899" y="793469"/>
                      <a:pt x="91759" y="781861"/>
                    </a:cubicBezTo>
                    <a:cubicBezTo>
                      <a:pt x="118810" y="770145"/>
                      <a:pt x="144527" y="755909"/>
                      <a:pt x="169039" y="739558"/>
                    </a:cubicBezTo>
                    <a:cubicBezTo>
                      <a:pt x="217743" y="707058"/>
                      <a:pt x="260478" y="666139"/>
                      <a:pt x="296547" y="620114"/>
                    </a:cubicBezTo>
                    <a:cubicBezTo>
                      <a:pt x="379922" y="513897"/>
                      <a:pt x="422214" y="382967"/>
                      <a:pt x="440120" y="250480"/>
                    </a:cubicBezTo>
                    <a:cubicBezTo>
                      <a:pt x="445645" y="209789"/>
                      <a:pt x="448566" y="168876"/>
                      <a:pt x="450852" y="127887"/>
                    </a:cubicBezTo>
                    <a:cubicBezTo>
                      <a:pt x="451931" y="107656"/>
                      <a:pt x="452757" y="87374"/>
                      <a:pt x="453455" y="67111"/>
                    </a:cubicBezTo>
                    <a:cubicBezTo>
                      <a:pt x="454217" y="46848"/>
                      <a:pt x="453582" y="25855"/>
                      <a:pt x="457202" y="5891"/>
                    </a:cubicBezTo>
                    <a:cubicBezTo>
                      <a:pt x="457964" y="1719"/>
                      <a:pt x="464822" y="703"/>
                      <a:pt x="465902" y="5230"/>
                    </a:cubicBezTo>
                    <a:cubicBezTo>
                      <a:pt x="470219" y="23049"/>
                      <a:pt x="470854" y="41953"/>
                      <a:pt x="471616" y="60253"/>
                    </a:cubicBezTo>
                    <a:cubicBezTo>
                      <a:pt x="472378" y="78954"/>
                      <a:pt x="472823" y="97623"/>
                      <a:pt x="472569" y="116330"/>
                    </a:cubicBezTo>
                    <a:cubicBezTo>
                      <a:pt x="472125" y="153528"/>
                      <a:pt x="469775" y="190695"/>
                      <a:pt x="465775" y="227677"/>
                    </a:cubicBezTo>
                    <a:cubicBezTo>
                      <a:pt x="457774" y="302119"/>
                      <a:pt x="442406" y="375683"/>
                      <a:pt x="417133" y="446232"/>
                    </a:cubicBezTo>
                    <a:cubicBezTo>
                      <a:pt x="374715" y="564494"/>
                      <a:pt x="300865" y="672679"/>
                      <a:pt x="198185" y="746530"/>
                    </a:cubicBezTo>
                    <a:cubicBezTo>
                      <a:pt x="144527" y="785106"/>
                      <a:pt x="79123" y="817282"/>
                      <a:pt x="12575" y="823778"/>
                    </a:cubicBezTo>
                    <a:cubicBezTo>
                      <a:pt x="4637" y="824559"/>
                      <a:pt x="1779" y="812221"/>
                      <a:pt x="9653" y="8098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30"/>
              <p:cNvSpPr/>
              <p:nvPr/>
            </p:nvSpPr>
            <p:spPr>
              <a:xfrm>
                <a:off x="7274151" y="3677646"/>
                <a:ext cx="101396" cy="66197"/>
              </a:xfrm>
              <a:custGeom>
                <a:avLst/>
                <a:gdLst/>
                <a:ahLst/>
                <a:cxnLst/>
                <a:rect l="l" t="t" r="r" b="b"/>
                <a:pathLst>
                  <a:path w="135195" h="88263" extrusionOk="0">
                    <a:moveTo>
                      <a:pt x="4999" y="52907"/>
                    </a:moveTo>
                    <a:cubicBezTo>
                      <a:pt x="7222" y="77025"/>
                      <a:pt x="39290" y="93757"/>
                      <a:pt x="76564" y="90271"/>
                    </a:cubicBezTo>
                    <a:cubicBezTo>
                      <a:pt x="113839" y="86785"/>
                      <a:pt x="142223" y="64414"/>
                      <a:pt x="139937" y="40290"/>
                    </a:cubicBezTo>
                    <a:cubicBezTo>
                      <a:pt x="137715" y="16173"/>
                      <a:pt x="105647" y="-559"/>
                      <a:pt x="68372" y="2927"/>
                    </a:cubicBezTo>
                    <a:cubicBezTo>
                      <a:pt x="31098" y="6413"/>
                      <a:pt x="2713" y="28790"/>
                      <a:pt x="4999" y="529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30"/>
              <p:cNvSpPr/>
              <p:nvPr/>
            </p:nvSpPr>
            <p:spPr>
              <a:xfrm>
                <a:off x="7438079" y="2049334"/>
                <a:ext cx="89582" cy="401403"/>
              </a:xfrm>
              <a:custGeom>
                <a:avLst/>
                <a:gdLst/>
                <a:ahLst/>
                <a:cxnLst/>
                <a:rect l="l" t="t" r="r" b="b"/>
                <a:pathLst>
                  <a:path w="119443" h="535204" extrusionOk="0">
                    <a:moveTo>
                      <a:pt x="124419" y="535443"/>
                    </a:moveTo>
                    <a:lnTo>
                      <a:pt x="77048" y="536700"/>
                    </a:lnTo>
                    <a:cubicBezTo>
                      <a:pt x="76984" y="532045"/>
                      <a:pt x="76794" y="527391"/>
                      <a:pt x="76667" y="522813"/>
                    </a:cubicBezTo>
                    <a:cubicBezTo>
                      <a:pt x="69238" y="276356"/>
                      <a:pt x="34566" y="105268"/>
                      <a:pt x="4975" y="1496"/>
                    </a:cubicBezTo>
                    <a:cubicBezTo>
                      <a:pt x="17929" y="3865"/>
                      <a:pt x="35773" y="7490"/>
                      <a:pt x="57744" y="12856"/>
                    </a:cubicBezTo>
                    <a:cubicBezTo>
                      <a:pt x="86509" y="121448"/>
                      <a:pt x="117243" y="288745"/>
                      <a:pt x="124102" y="523289"/>
                    </a:cubicBezTo>
                    <a:cubicBezTo>
                      <a:pt x="124164" y="527315"/>
                      <a:pt x="124355" y="531340"/>
                      <a:pt x="124419" y="53544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0"/>
              <p:cNvSpPr/>
              <p:nvPr/>
            </p:nvSpPr>
            <p:spPr>
              <a:xfrm>
                <a:off x="7205096" y="2429910"/>
                <a:ext cx="492842" cy="757051"/>
              </a:xfrm>
              <a:custGeom>
                <a:avLst/>
                <a:gdLst/>
                <a:ahLst/>
                <a:cxnLst/>
                <a:rect l="l" t="t" r="r" b="b"/>
                <a:pathLst>
                  <a:path w="657123" h="1009402" extrusionOk="0">
                    <a:moveTo>
                      <a:pt x="656338" y="1011270"/>
                    </a:moveTo>
                    <a:lnTo>
                      <a:pt x="609031" y="1008540"/>
                    </a:lnTo>
                    <a:cubicBezTo>
                      <a:pt x="649734" y="301734"/>
                      <a:pt x="457520" y="96755"/>
                      <a:pt x="410022" y="57335"/>
                    </a:cubicBezTo>
                    <a:cubicBezTo>
                      <a:pt x="79249" y="262846"/>
                      <a:pt x="52516" y="985337"/>
                      <a:pt x="52262" y="992703"/>
                    </a:cubicBezTo>
                    <a:lnTo>
                      <a:pt x="4955" y="991211"/>
                    </a:lnTo>
                    <a:cubicBezTo>
                      <a:pt x="5907" y="959651"/>
                      <a:pt x="33466" y="215952"/>
                      <a:pt x="399735" y="8420"/>
                    </a:cubicBezTo>
                    <a:lnTo>
                      <a:pt x="411291" y="1867"/>
                    </a:lnTo>
                    <a:lnTo>
                      <a:pt x="422912" y="8325"/>
                    </a:lnTo>
                    <a:cubicBezTo>
                      <a:pt x="434406" y="14726"/>
                      <a:pt x="704471" y="174683"/>
                      <a:pt x="656338" y="10112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30"/>
              <p:cNvSpPr/>
              <p:nvPr/>
            </p:nvSpPr>
            <p:spPr>
              <a:xfrm>
                <a:off x="6124103" y="2267256"/>
                <a:ext cx="275843" cy="763282"/>
              </a:xfrm>
              <a:custGeom>
                <a:avLst/>
                <a:gdLst/>
                <a:ahLst/>
                <a:cxnLst/>
                <a:rect l="l" t="t" r="r" b="b"/>
                <a:pathLst>
                  <a:path w="367791" h="1017709" extrusionOk="0">
                    <a:moveTo>
                      <a:pt x="371956" y="1761"/>
                    </a:moveTo>
                    <a:cubicBezTo>
                      <a:pt x="112876" y="366436"/>
                      <a:pt x="51979" y="1012599"/>
                      <a:pt x="51280" y="1019470"/>
                    </a:cubicBezTo>
                    <a:lnTo>
                      <a:pt x="4164" y="1015203"/>
                    </a:lnTo>
                    <a:cubicBezTo>
                      <a:pt x="6513" y="988685"/>
                      <a:pt x="59218" y="431701"/>
                      <a:pt x="282104" y="53457"/>
                    </a:cubicBezTo>
                    <a:cubicBezTo>
                      <a:pt x="314044" y="33568"/>
                      <a:pt x="344333" y="16366"/>
                      <a:pt x="371956" y="176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30"/>
              <p:cNvSpPr/>
              <p:nvPr/>
            </p:nvSpPr>
            <p:spPr>
              <a:xfrm>
                <a:off x="6048914" y="2937830"/>
                <a:ext cx="203623" cy="245015"/>
              </a:xfrm>
              <a:custGeom>
                <a:avLst/>
                <a:gdLst/>
                <a:ahLst/>
                <a:cxnLst/>
                <a:rect l="l" t="t" r="r" b="b"/>
                <a:pathLst>
                  <a:path w="271497" h="326687" extrusionOk="0">
                    <a:moveTo>
                      <a:pt x="275030" y="175501"/>
                    </a:moveTo>
                    <a:cubicBezTo>
                      <a:pt x="268299" y="265537"/>
                      <a:pt x="202322" y="333996"/>
                      <a:pt x="127646" y="328402"/>
                    </a:cubicBezTo>
                    <a:cubicBezTo>
                      <a:pt x="52971" y="322814"/>
                      <a:pt x="-2084" y="245287"/>
                      <a:pt x="4647" y="155250"/>
                    </a:cubicBezTo>
                    <a:cubicBezTo>
                      <a:pt x="11378" y="65213"/>
                      <a:pt x="77418" y="-3239"/>
                      <a:pt x="152031" y="2355"/>
                    </a:cubicBezTo>
                    <a:cubicBezTo>
                      <a:pt x="226707" y="7943"/>
                      <a:pt x="281761" y="85464"/>
                      <a:pt x="275030" y="17550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30"/>
              <p:cNvSpPr/>
              <p:nvPr/>
            </p:nvSpPr>
            <p:spPr>
              <a:xfrm>
                <a:off x="6083913" y="2989543"/>
                <a:ext cx="113004" cy="135987"/>
              </a:xfrm>
              <a:custGeom>
                <a:avLst/>
                <a:gdLst/>
                <a:ahLst/>
                <a:cxnLst/>
                <a:rect l="l" t="t" r="r" b="b"/>
                <a:pathLst>
                  <a:path w="150672" h="181316" extrusionOk="0">
                    <a:moveTo>
                      <a:pt x="154444" y="98312"/>
                    </a:moveTo>
                    <a:cubicBezTo>
                      <a:pt x="150698" y="148280"/>
                      <a:pt x="114058" y="186272"/>
                      <a:pt x="72656" y="183173"/>
                    </a:cubicBezTo>
                    <a:cubicBezTo>
                      <a:pt x="31191" y="180068"/>
                      <a:pt x="647" y="137040"/>
                      <a:pt x="4394" y="87072"/>
                    </a:cubicBezTo>
                    <a:cubicBezTo>
                      <a:pt x="8140" y="37098"/>
                      <a:pt x="44780" y="-895"/>
                      <a:pt x="86182" y="2211"/>
                    </a:cubicBezTo>
                    <a:cubicBezTo>
                      <a:pt x="127648" y="5310"/>
                      <a:pt x="158191" y="48343"/>
                      <a:pt x="154444" y="98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30"/>
              <p:cNvSpPr/>
              <p:nvPr/>
            </p:nvSpPr>
            <p:spPr>
              <a:xfrm>
                <a:off x="6715940" y="3892446"/>
                <a:ext cx="87487" cy="121115"/>
              </a:xfrm>
              <a:custGeom>
                <a:avLst/>
                <a:gdLst/>
                <a:ahLst/>
                <a:cxnLst/>
                <a:rect l="l" t="t" r="r" b="b"/>
                <a:pathLst>
                  <a:path w="116649" h="161487" extrusionOk="0">
                    <a:moveTo>
                      <a:pt x="121144" y="83369"/>
                    </a:moveTo>
                    <a:cubicBezTo>
                      <a:pt x="121144" y="127965"/>
                      <a:pt x="94982" y="164116"/>
                      <a:pt x="62787" y="164116"/>
                    </a:cubicBezTo>
                    <a:cubicBezTo>
                      <a:pt x="30593" y="164116"/>
                      <a:pt x="4495" y="127965"/>
                      <a:pt x="4495" y="83369"/>
                    </a:cubicBezTo>
                    <a:cubicBezTo>
                      <a:pt x="4495" y="38779"/>
                      <a:pt x="30593" y="2628"/>
                      <a:pt x="62787" y="2628"/>
                    </a:cubicBezTo>
                    <a:cubicBezTo>
                      <a:pt x="94982" y="2628"/>
                      <a:pt x="121144" y="38779"/>
                      <a:pt x="121144" y="8336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30"/>
              <p:cNvSpPr/>
              <p:nvPr/>
            </p:nvSpPr>
            <p:spPr>
              <a:xfrm>
                <a:off x="6675554" y="4679693"/>
                <a:ext cx="87488" cy="121100"/>
              </a:xfrm>
              <a:custGeom>
                <a:avLst/>
                <a:gdLst/>
                <a:ahLst/>
                <a:cxnLst/>
                <a:rect l="l" t="t" r="r" b="b"/>
                <a:pathLst>
                  <a:path w="116650" h="161467" extrusionOk="0">
                    <a:moveTo>
                      <a:pt x="121118" y="83899"/>
                    </a:moveTo>
                    <a:cubicBezTo>
                      <a:pt x="121118" y="128488"/>
                      <a:pt x="95019" y="164620"/>
                      <a:pt x="62825" y="164620"/>
                    </a:cubicBezTo>
                    <a:cubicBezTo>
                      <a:pt x="30567" y="164620"/>
                      <a:pt x="4468" y="128488"/>
                      <a:pt x="4468" y="83899"/>
                    </a:cubicBezTo>
                    <a:cubicBezTo>
                      <a:pt x="4468" y="39309"/>
                      <a:pt x="30567" y="3152"/>
                      <a:pt x="62825" y="3152"/>
                    </a:cubicBezTo>
                    <a:cubicBezTo>
                      <a:pt x="95019" y="3152"/>
                      <a:pt x="121118" y="39309"/>
                      <a:pt x="121118" y="8389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7" name="Google Shape;517;p30"/>
            <p:cNvSpPr/>
            <p:nvPr/>
          </p:nvSpPr>
          <p:spPr>
            <a:xfrm rot="10800000">
              <a:off x="5609251" y="1281827"/>
              <a:ext cx="265299" cy="265299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0"/>
            <p:cNvSpPr/>
            <p:nvPr/>
          </p:nvSpPr>
          <p:spPr>
            <a:xfrm rot="10800000">
              <a:off x="5959820" y="798570"/>
              <a:ext cx="406705" cy="40670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9" name="Google Shape;519;p30"/>
          <p:cNvSpPr/>
          <p:nvPr/>
        </p:nvSpPr>
        <p:spPr>
          <a:xfrm rot="-2700000">
            <a:off x="527325" y="4254765"/>
            <a:ext cx="2228921" cy="2228921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30"/>
          <p:cNvGrpSpPr/>
          <p:nvPr/>
        </p:nvGrpSpPr>
        <p:grpSpPr>
          <a:xfrm>
            <a:off x="276538" y="4265936"/>
            <a:ext cx="537900" cy="519860"/>
            <a:chOff x="276538" y="4265936"/>
            <a:chExt cx="537900" cy="519860"/>
          </a:xfrm>
        </p:grpSpPr>
        <p:sp>
          <p:nvSpPr>
            <p:cNvPr id="521" name="Google Shape;521;p30"/>
            <p:cNvSpPr/>
            <p:nvPr/>
          </p:nvSpPr>
          <p:spPr>
            <a:xfrm rot="10800000">
              <a:off x="620490" y="4591849"/>
              <a:ext cx="193947" cy="193947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0"/>
            <p:cNvSpPr/>
            <p:nvPr/>
          </p:nvSpPr>
          <p:spPr>
            <a:xfrm rot="10800000">
              <a:off x="276538" y="4265936"/>
              <a:ext cx="267245" cy="267245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 2" descr="Une image contenant Police, Graphique, texte, graphisme&#10;&#10;Le contenu généré par l’IA peut être incorrect.">
            <a:extLst>
              <a:ext uri="{FF2B5EF4-FFF2-40B4-BE49-F238E27FC236}">
                <a16:creationId xmlns:a16="http://schemas.microsoft.com/office/drawing/2014/main" id="{57655B57-0012-A0E9-105A-91EC1F330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904" y="29424"/>
            <a:ext cx="2386435" cy="23864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>
          <a:extLst>
            <a:ext uri="{FF2B5EF4-FFF2-40B4-BE49-F238E27FC236}">
              <a16:creationId xmlns:a16="http://schemas.microsoft.com/office/drawing/2014/main" id="{06023DE8-5D4B-92ED-E68B-7D219E94A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2">
            <a:extLst>
              <a:ext uri="{FF2B5EF4-FFF2-40B4-BE49-F238E27FC236}">
                <a16:creationId xmlns:a16="http://schemas.microsoft.com/office/drawing/2014/main" id="{E7104F94-CE4B-9DE1-A707-3F74091601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9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Sommaire</a:t>
            </a:r>
            <a:endParaRPr/>
          </a:p>
        </p:txBody>
      </p:sp>
      <p:sp>
        <p:nvSpPr>
          <p:cNvPr id="537" name="Google Shape;537;p32">
            <a:extLst>
              <a:ext uri="{FF2B5EF4-FFF2-40B4-BE49-F238E27FC236}">
                <a16:creationId xmlns:a16="http://schemas.microsoft.com/office/drawing/2014/main" id="{99184E63-9018-8D5C-1B41-8EBD735521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1783775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38" name="Google Shape;538;p32">
            <a:extLst>
              <a:ext uri="{FF2B5EF4-FFF2-40B4-BE49-F238E27FC236}">
                <a16:creationId xmlns:a16="http://schemas.microsoft.com/office/drawing/2014/main" id="{F7EC830F-A2E3-773A-C8B7-EEBEC422D4D5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15391" y="244049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39" name="Google Shape;539;p32">
            <a:extLst>
              <a:ext uri="{FF2B5EF4-FFF2-40B4-BE49-F238E27FC236}">
                <a16:creationId xmlns:a16="http://schemas.microsoft.com/office/drawing/2014/main" id="{D4B0EA37-1F8C-42CE-AA1D-0B17C323B32C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497346" y="1711972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40" name="Google Shape;540;p32">
            <a:extLst>
              <a:ext uri="{FF2B5EF4-FFF2-40B4-BE49-F238E27FC236}">
                <a16:creationId xmlns:a16="http://schemas.microsoft.com/office/drawing/2014/main" id="{4CB16291-F7AA-8FAA-1F1A-BD6CA4839927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4497346" y="2440493"/>
            <a:ext cx="7347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43" name="Google Shape;543;p32">
            <a:extLst>
              <a:ext uri="{FF2B5EF4-FFF2-40B4-BE49-F238E27FC236}">
                <a16:creationId xmlns:a16="http://schemas.microsoft.com/office/drawing/2014/main" id="{4650156C-37B9-CF1C-1150-D04F6540F36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454705" y="178377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Contexte</a:t>
            </a:r>
            <a:endParaRPr/>
          </a:p>
        </p:txBody>
      </p:sp>
      <p:sp>
        <p:nvSpPr>
          <p:cNvPr id="544" name="Google Shape;544;p32">
            <a:extLst>
              <a:ext uri="{FF2B5EF4-FFF2-40B4-BE49-F238E27FC236}">
                <a16:creationId xmlns:a16="http://schemas.microsoft.com/office/drawing/2014/main" id="{BAAEE1B6-1FE8-5B5F-4EAB-C90E6F7DC53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313475" y="1711972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Objectifs</a:t>
            </a:r>
            <a:endParaRPr/>
          </a:p>
        </p:txBody>
      </p:sp>
      <p:sp>
        <p:nvSpPr>
          <p:cNvPr id="546" name="Google Shape;546;p32">
            <a:extLst>
              <a:ext uri="{FF2B5EF4-FFF2-40B4-BE49-F238E27FC236}">
                <a16:creationId xmlns:a16="http://schemas.microsoft.com/office/drawing/2014/main" id="{7EF71C8B-AD62-00AC-224B-6566EBF902B4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1490219" y="2429225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Livrables</a:t>
            </a:r>
            <a:endParaRPr/>
          </a:p>
        </p:txBody>
      </p:sp>
      <p:sp>
        <p:nvSpPr>
          <p:cNvPr id="547" name="Google Shape;547;p32">
            <a:extLst>
              <a:ext uri="{FF2B5EF4-FFF2-40B4-BE49-F238E27FC236}">
                <a16:creationId xmlns:a16="http://schemas.microsoft.com/office/drawing/2014/main" id="{C190FAF3-35D4-4955-05CF-6746DF9094EB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5232046" y="2424822"/>
            <a:ext cx="2982000" cy="53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Soutenance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519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>
          <a:extLst>
            <a:ext uri="{FF2B5EF4-FFF2-40B4-BE49-F238E27FC236}">
              <a16:creationId xmlns:a16="http://schemas.microsoft.com/office/drawing/2014/main" id="{1DFC4B10-E3F2-D4A4-0F4D-1C147A59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6">
            <a:extLst>
              <a:ext uri="{FF2B5EF4-FFF2-40B4-BE49-F238E27FC236}">
                <a16:creationId xmlns:a16="http://schemas.microsoft.com/office/drawing/2014/main" id="{9EDB6205-E7EF-154F-C975-B854C156D821}"/>
              </a:ext>
            </a:extLst>
          </p:cNvPr>
          <p:cNvSpPr/>
          <p:nvPr/>
        </p:nvSpPr>
        <p:spPr>
          <a:xfrm rot="10800000">
            <a:off x="-1783785" y="-4055514"/>
            <a:ext cx="4601823" cy="4595015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6">
            <a:extLst>
              <a:ext uri="{FF2B5EF4-FFF2-40B4-BE49-F238E27FC236}">
                <a16:creationId xmlns:a16="http://schemas.microsoft.com/office/drawing/2014/main" id="{C39DA02F-C094-AF01-875E-AE3ECD78CB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9273" y="2528964"/>
            <a:ext cx="4125600" cy="15586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fr-FR" sz="18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ics d’activité saisonniers</a:t>
            </a:r>
          </a:p>
          <a:p>
            <a:pPr fontAlgn="base"/>
            <a:r>
              <a:rPr lang="fr-FR" sz="18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Saturation des services d’urgences</a:t>
            </a:r>
          </a:p>
          <a:p>
            <a:pPr fontAlgn="base"/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M</a:t>
            </a:r>
            <a:r>
              <a:rPr lang="fr-FR" sz="18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anque de personnel</a:t>
            </a:r>
          </a:p>
          <a:p>
            <a:pPr fontAlgn="base"/>
            <a:r>
              <a:rPr lang="fr-FR" sz="1800" b="0" i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Ruptures de stocks de matériel</a:t>
            </a:r>
            <a:endParaRPr lang="fr-FR" sz="1800"/>
          </a:p>
        </p:txBody>
      </p:sp>
      <p:grpSp>
        <p:nvGrpSpPr>
          <p:cNvPr id="772" name="Google Shape;772;p36">
            <a:extLst>
              <a:ext uri="{FF2B5EF4-FFF2-40B4-BE49-F238E27FC236}">
                <a16:creationId xmlns:a16="http://schemas.microsoft.com/office/drawing/2014/main" id="{BCEB9CBE-4028-978A-8891-B88FB3491089}"/>
              </a:ext>
            </a:extLst>
          </p:cNvPr>
          <p:cNvGrpSpPr/>
          <p:nvPr/>
        </p:nvGrpSpPr>
        <p:grpSpPr>
          <a:xfrm>
            <a:off x="5868121" y="1088093"/>
            <a:ext cx="3056221" cy="4055468"/>
            <a:chOff x="5868121" y="1088093"/>
            <a:chExt cx="3056221" cy="4055468"/>
          </a:xfrm>
        </p:grpSpPr>
        <p:grpSp>
          <p:nvGrpSpPr>
            <p:cNvPr id="773" name="Google Shape;773;p36">
              <a:extLst>
                <a:ext uri="{FF2B5EF4-FFF2-40B4-BE49-F238E27FC236}">
                  <a16:creationId xmlns:a16="http://schemas.microsoft.com/office/drawing/2014/main" id="{8CA50807-B7EC-6A8F-1C88-4F5C4096DBB9}"/>
                </a:ext>
              </a:extLst>
            </p:cNvPr>
            <p:cNvGrpSpPr/>
            <p:nvPr/>
          </p:nvGrpSpPr>
          <p:grpSpPr>
            <a:xfrm>
              <a:off x="6214824" y="1421864"/>
              <a:ext cx="2199280" cy="3721697"/>
              <a:chOff x="5954102" y="715312"/>
              <a:chExt cx="2275745" cy="3851094"/>
            </a:xfrm>
          </p:grpSpPr>
          <p:sp>
            <p:nvSpPr>
              <p:cNvPr id="774" name="Google Shape;774;p36">
                <a:extLst>
                  <a:ext uri="{FF2B5EF4-FFF2-40B4-BE49-F238E27FC236}">
                    <a16:creationId xmlns:a16="http://schemas.microsoft.com/office/drawing/2014/main" id="{DFABCD63-AE65-40DE-7772-8EE5E40548D8}"/>
                  </a:ext>
                </a:extLst>
              </p:cNvPr>
              <p:cNvSpPr/>
              <p:nvPr/>
            </p:nvSpPr>
            <p:spPr>
              <a:xfrm>
                <a:off x="6581236" y="1414842"/>
                <a:ext cx="9964" cy="38044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25836" extrusionOk="0">
                    <a:moveTo>
                      <a:pt x="7086" y="1680"/>
                    </a:moveTo>
                    <a:cubicBezTo>
                      <a:pt x="6391" y="5519"/>
                      <a:pt x="5558" y="9331"/>
                      <a:pt x="4864" y="13184"/>
                    </a:cubicBezTo>
                    <a:cubicBezTo>
                      <a:pt x="4240" y="16982"/>
                      <a:pt x="3406" y="20925"/>
                      <a:pt x="3545" y="24792"/>
                    </a:cubicBezTo>
                    <a:cubicBezTo>
                      <a:pt x="3545" y="26354"/>
                      <a:pt x="5975" y="26757"/>
                      <a:pt x="6530" y="25285"/>
                    </a:cubicBezTo>
                    <a:cubicBezTo>
                      <a:pt x="7850" y="21654"/>
                      <a:pt x="8266" y="17648"/>
                      <a:pt x="8822" y="13837"/>
                    </a:cubicBezTo>
                    <a:cubicBezTo>
                      <a:pt x="9377" y="9970"/>
                      <a:pt x="9794" y="6082"/>
                      <a:pt x="10280" y="2201"/>
                    </a:cubicBezTo>
                    <a:cubicBezTo>
                      <a:pt x="10558" y="125"/>
                      <a:pt x="7502" y="-382"/>
                      <a:pt x="7086" y="168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6">
                <a:extLst>
                  <a:ext uri="{FF2B5EF4-FFF2-40B4-BE49-F238E27FC236}">
                    <a16:creationId xmlns:a16="http://schemas.microsoft.com/office/drawing/2014/main" id="{CB239A76-43F0-452F-9A03-975E5131EB7D}"/>
                  </a:ext>
                </a:extLst>
              </p:cNvPr>
              <p:cNvSpPr/>
              <p:nvPr/>
            </p:nvSpPr>
            <p:spPr>
              <a:xfrm flipH="1">
                <a:off x="6254423" y="3402924"/>
                <a:ext cx="382974" cy="624982"/>
              </a:xfrm>
              <a:custGeom>
                <a:avLst/>
                <a:gdLst/>
                <a:ahLst/>
                <a:cxnLst/>
                <a:rect l="l" t="t" r="r" b="b"/>
                <a:pathLst>
                  <a:path w="404194" h="659612" extrusionOk="0">
                    <a:moveTo>
                      <a:pt x="786" y="64145"/>
                    </a:moveTo>
                    <a:cubicBezTo>
                      <a:pt x="-4135" y="83873"/>
                      <a:pt x="133829" y="660410"/>
                      <a:pt x="133829" y="660410"/>
                    </a:cubicBezTo>
                    <a:lnTo>
                      <a:pt x="404852" y="547065"/>
                    </a:lnTo>
                    <a:lnTo>
                      <a:pt x="307801" y="797"/>
                    </a:lnTo>
                    <a:lnTo>
                      <a:pt x="786" y="6414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6">
                <a:extLst>
                  <a:ext uri="{FF2B5EF4-FFF2-40B4-BE49-F238E27FC236}">
                    <a16:creationId xmlns:a16="http://schemas.microsoft.com/office/drawing/2014/main" id="{3C25618E-3CFA-3D92-ABF9-51AAC5737CE6}"/>
                  </a:ext>
                </a:extLst>
              </p:cNvPr>
              <p:cNvSpPr/>
              <p:nvPr/>
            </p:nvSpPr>
            <p:spPr>
              <a:xfrm flipH="1">
                <a:off x="5960418" y="2679501"/>
                <a:ext cx="574271" cy="952462"/>
              </a:xfrm>
              <a:custGeom>
                <a:avLst/>
                <a:gdLst/>
                <a:ahLst/>
                <a:cxnLst/>
                <a:rect l="l" t="t" r="r" b="b"/>
                <a:pathLst>
                  <a:path w="606091" h="1005237" extrusionOk="0">
                    <a:moveTo>
                      <a:pt x="148538" y="671"/>
                    </a:moveTo>
                    <a:cubicBezTo>
                      <a:pt x="148538" y="671"/>
                      <a:pt x="271725" y="79510"/>
                      <a:pt x="365341" y="276615"/>
                    </a:cubicBezTo>
                    <a:cubicBezTo>
                      <a:pt x="458973" y="473719"/>
                      <a:pt x="606794" y="828502"/>
                      <a:pt x="606794" y="828502"/>
                    </a:cubicBezTo>
                    <a:lnTo>
                      <a:pt x="702" y="1005908"/>
                    </a:lnTo>
                    <a:lnTo>
                      <a:pt x="148538" y="671"/>
                    </a:lnTo>
                    <a:close/>
                  </a:path>
                </a:pathLst>
              </a:custGeom>
              <a:solidFill>
                <a:srgbClr val="1D336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6">
                <a:extLst>
                  <a:ext uri="{FF2B5EF4-FFF2-40B4-BE49-F238E27FC236}">
                    <a16:creationId xmlns:a16="http://schemas.microsoft.com/office/drawing/2014/main" id="{41FE876D-FC9C-BD43-773F-F46A74F258F3}"/>
                  </a:ext>
                </a:extLst>
              </p:cNvPr>
              <p:cNvSpPr/>
              <p:nvPr/>
            </p:nvSpPr>
            <p:spPr>
              <a:xfrm flipH="1">
                <a:off x="6122122" y="3481538"/>
                <a:ext cx="425257" cy="636663"/>
              </a:xfrm>
              <a:custGeom>
                <a:avLst/>
                <a:gdLst/>
                <a:ahLst/>
                <a:cxnLst/>
                <a:rect l="l" t="t" r="r" b="b"/>
                <a:pathLst>
                  <a:path w="448820" h="671940" extrusionOk="0">
                    <a:moveTo>
                      <a:pt x="447729" y="69798"/>
                    </a:moveTo>
                    <a:cubicBezTo>
                      <a:pt x="447729" y="84576"/>
                      <a:pt x="492076" y="710396"/>
                      <a:pt x="137279" y="670969"/>
                    </a:cubicBezTo>
                    <a:cubicBezTo>
                      <a:pt x="-217504" y="631543"/>
                      <a:pt x="230911" y="816"/>
                      <a:pt x="230911" y="816"/>
                    </a:cubicBezTo>
                    <a:lnTo>
                      <a:pt x="447729" y="69798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6">
                <a:extLst>
                  <a:ext uri="{FF2B5EF4-FFF2-40B4-BE49-F238E27FC236}">
                    <a16:creationId xmlns:a16="http://schemas.microsoft.com/office/drawing/2014/main" id="{D49E4058-F095-28FA-F38A-70475A879493}"/>
                  </a:ext>
                </a:extLst>
              </p:cNvPr>
              <p:cNvSpPr/>
              <p:nvPr/>
            </p:nvSpPr>
            <p:spPr>
              <a:xfrm flipH="1">
                <a:off x="6647675" y="715312"/>
                <a:ext cx="934003" cy="801429"/>
              </a:xfrm>
              <a:custGeom>
                <a:avLst/>
                <a:gdLst/>
                <a:ahLst/>
                <a:cxnLst/>
                <a:rect l="l" t="t" r="r" b="b"/>
                <a:pathLst>
                  <a:path w="985755" h="845835" extrusionOk="0">
                    <a:moveTo>
                      <a:pt x="1491" y="737218"/>
                    </a:moveTo>
                    <a:cubicBezTo>
                      <a:pt x="1491" y="737218"/>
                      <a:pt x="-724" y="586126"/>
                      <a:pt x="1491" y="438275"/>
                    </a:cubicBezTo>
                    <a:cubicBezTo>
                      <a:pt x="4762" y="218171"/>
                      <a:pt x="182168" y="152474"/>
                      <a:pt x="182168" y="152474"/>
                    </a:cubicBezTo>
                    <a:cubicBezTo>
                      <a:pt x="182168" y="152474"/>
                      <a:pt x="261007" y="34209"/>
                      <a:pt x="375987" y="7924"/>
                    </a:cubicBezTo>
                    <a:cubicBezTo>
                      <a:pt x="490967" y="-18346"/>
                      <a:pt x="609218" y="30923"/>
                      <a:pt x="609218" y="30923"/>
                    </a:cubicBezTo>
                    <a:cubicBezTo>
                      <a:pt x="609218" y="30923"/>
                      <a:pt x="766911" y="-47916"/>
                      <a:pt x="891748" y="63764"/>
                    </a:cubicBezTo>
                    <a:cubicBezTo>
                      <a:pt x="1016585" y="175473"/>
                      <a:pt x="1013284" y="448132"/>
                      <a:pt x="908176" y="533542"/>
                    </a:cubicBezTo>
                    <a:lnTo>
                      <a:pt x="904875" y="779930"/>
                    </a:lnTo>
                    <a:cubicBezTo>
                      <a:pt x="904875" y="779930"/>
                      <a:pt x="119742" y="954021"/>
                      <a:pt x="1491" y="737218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6">
                <a:extLst>
                  <a:ext uri="{FF2B5EF4-FFF2-40B4-BE49-F238E27FC236}">
                    <a16:creationId xmlns:a16="http://schemas.microsoft.com/office/drawing/2014/main" id="{A1F7D9C4-C54E-EEFA-FFBC-6CEA04CC4518}"/>
                  </a:ext>
                </a:extLst>
              </p:cNvPr>
              <p:cNvSpPr/>
              <p:nvPr/>
            </p:nvSpPr>
            <p:spPr>
              <a:xfrm flipH="1">
                <a:off x="6660043" y="1045722"/>
                <a:ext cx="1021911" cy="666292"/>
              </a:xfrm>
              <a:custGeom>
                <a:avLst/>
                <a:gdLst/>
                <a:ahLst/>
                <a:cxnLst/>
                <a:rect l="l" t="t" r="r" b="b"/>
                <a:pathLst>
                  <a:path w="1078534" h="703211" extrusionOk="0">
                    <a:moveTo>
                      <a:pt x="172041" y="394683"/>
                    </a:moveTo>
                    <a:lnTo>
                      <a:pt x="191755" y="149395"/>
                    </a:lnTo>
                    <a:cubicBezTo>
                      <a:pt x="191755" y="149395"/>
                      <a:pt x="307835" y="-6097"/>
                      <a:pt x="415144" y="474"/>
                    </a:cubicBezTo>
                    <a:cubicBezTo>
                      <a:pt x="522453" y="7045"/>
                      <a:pt x="662618" y="105597"/>
                      <a:pt x="745842" y="88084"/>
                    </a:cubicBezTo>
                    <a:cubicBezTo>
                      <a:pt x="745842" y="88084"/>
                      <a:pt x="879436" y="191007"/>
                      <a:pt x="982359" y="186636"/>
                    </a:cubicBezTo>
                    <a:lnTo>
                      <a:pt x="986745" y="370599"/>
                    </a:lnTo>
                    <a:cubicBezTo>
                      <a:pt x="986745" y="370599"/>
                      <a:pt x="1041500" y="298316"/>
                      <a:pt x="1069969" y="383726"/>
                    </a:cubicBezTo>
                    <a:cubicBezTo>
                      <a:pt x="1098440" y="469136"/>
                      <a:pt x="1056827" y="589603"/>
                      <a:pt x="986745" y="598344"/>
                    </a:cubicBezTo>
                    <a:lnTo>
                      <a:pt x="204897" y="703483"/>
                    </a:lnTo>
                    <a:cubicBezTo>
                      <a:pt x="204897" y="703483"/>
                      <a:pt x="27506" y="685955"/>
                      <a:pt x="3407" y="534848"/>
                    </a:cubicBezTo>
                    <a:cubicBezTo>
                      <a:pt x="-20678" y="383726"/>
                      <a:pt x="110715" y="298316"/>
                      <a:pt x="172041" y="394683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6">
                <a:extLst>
                  <a:ext uri="{FF2B5EF4-FFF2-40B4-BE49-F238E27FC236}">
                    <a16:creationId xmlns:a16="http://schemas.microsoft.com/office/drawing/2014/main" id="{7857AA62-CF6F-D017-A5CF-B6946DF65B94}"/>
                  </a:ext>
                </a:extLst>
              </p:cNvPr>
              <p:cNvSpPr/>
              <p:nvPr/>
            </p:nvSpPr>
            <p:spPr>
              <a:xfrm flipH="1">
                <a:off x="6808974" y="1830857"/>
                <a:ext cx="658296" cy="1013131"/>
              </a:xfrm>
              <a:custGeom>
                <a:avLst/>
                <a:gdLst/>
                <a:ahLst/>
                <a:cxnLst/>
                <a:rect l="l" t="t" r="r" b="b"/>
                <a:pathLst>
                  <a:path w="694772" h="1069268" extrusionOk="0">
                    <a:moveTo>
                      <a:pt x="695274" y="1069756"/>
                    </a:moveTo>
                    <a:cubicBezTo>
                      <a:pt x="695274" y="1069756"/>
                      <a:pt x="10343" y="463664"/>
                      <a:pt x="501" y="399602"/>
                    </a:cubicBezTo>
                    <a:cubicBezTo>
                      <a:pt x="501" y="399602"/>
                      <a:pt x="30502" y="300812"/>
                      <a:pt x="56668" y="200342"/>
                    </a:cubicBezTo>
                    <a:cubicBezTo>
                      <a:pt x="74270" y="132891"/>
                      <a:pt x="90133" y="64667"/>
                      <a:pt x="94118" y="25092"/>
                    </a:cubicBezTo>
                    <a:lnTo>
                      <a:pt x="631213" y="487"/>
                    </a:lnTo>
                    <a:cubicBezTo>
                      <a:pt x="631213" y="487"/>
                      <a:pt x="597926" y="202245"/>
                      <a:pt x="578673" y="350363"/>
                    </a:cubicBezTo>
                    <a:cubicBezTo>
                      <a:pt x="568281" y="430198"/>
                      <a:pt x="561992" y="494483"/>
                      <a:pt x="567151" y="503106"/>
                    </a:cubicBezTo>
                    <a:cubicBezTo>
                      <a:pt x="581929" y="527725"/>
                      <a:pt x="645990" y="665704"/>
                      <a:pt x="645990" y="665704"/>
                    </a:cubicBezTo>
                    <a:lnTo>
                      <a:pt x="695274" y="1069756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6">
                <a:extLst>
                  <a:ext uri="{FF2B5EF4-FFF2-40B4-BE49-F238E27FC236}">
                    <a16:creationId xmlns:a16="http://schemas.microsoft.com/office/drawing/2014/main" id="{7A1D7564-D760-5145-0E31-8DA907CDDB5F}"/>
                  </a:ext>
                </a:extLst>
              </p:cNvPr>
              <p:cNvSpPr/>
              <p:nvPr/>
            </p:nvSpPr>
            <p:spPr>
              <a:xfrm flipH="1">
                <a:off x="6336448" y="2175883"/>
                <a:ext cx="1893399" cy="2390523"/>
              </a:xfrm>
              <a:custGeom>
                <a:avLst/>
                <a:gdLst/>
                <a:ahLst/>
                <a:cxnLst/>
                <a:rect l="l" t="t" r="r" b="b"/>
                <a:pathLst>
                  <a:path w="1998310" h="2522979" extrusionOk="0">
                    <a:moveTo>
                      <a:pt x="155839" y="2523699"/>
                    </a:moveTo>
                    <a:lnTo>
                      <a:pt x="264248" y="1710646"/>
                    </a:lnTo>
                    <a:cubicBezTo>
                      <a:pt x="264248" y="1710646"/>
                      <a:pt x="-90534" y="991194"/>
                      <a:pt x="22811" y="616698"/>
                    </a:cubicBezTo>
                    <a:cubicBezTo>
                      <a:pt x="105426" y="343787"/>
                      <a:pt x="478465" y="141508"/>
                      <a:pt x="674767" y="51861"/>
                    </a:cubicBezTo>
                    <a:cubicBezTo>
                      <a:pt x="747838" y="18485"/>
                      <a:pt x="796437" y="719"/>
                      <a:pt x="796437" y="719"/>
                    </a:cubicBezTo>
                    <a:cubicBezTo>
                      <a:pt x="840785" y="10591"/>
                      <a:pt x="1446907" y="606841"/>
                      <a:pt x="1451813" y="577241"/>
                    </a:cubicBezTo>
                    <a:cubicBezTo>
                      <a:pt x="1456763" y="547686"/>
                      <a:pt x="1372974" y="138728"/>
                      <a:pt x="1372974" y="138728"/>
                    </a:cubicBezTo>
                    <a:cubicBezTo>
                      <a:pt x="1404224" y="144541"/>
                      <a:pt x="1439592" y="157282"/>
                      <a:pt x="1477265" y="174840"/>
                    </a:cubicBezTo>
                    <a:cubicBezTo>
                      <a:pt x="1614397" y="238723"/>
                      <a:pt x="1781545" y="365924"/>
                      <a:pt x="1886653" y="451482"/>
                    </a:cubicBezTo>
                    <a:cubicBezTo>
                      <a:pt x="1904717" y="466201"/>
                      <a:pt x="1920981" y="479700"/>
                      <a:pt x="1934911" y="491430"/>
                    </a:cubicBezTo>
                    <a:cubicBezTo>
                      <a:pt x="1968704" y="519840"/>
                      <a:pt x="1988937" y="537859"/>
                      <a:pt x="1988937" y="537859"/>
                    </a:cubicBezTo>
                    <a:lnTo>
                      <a:pt x="1821418" y="1311470"/>
                    </a:lnTo>
                    <a:lnTo>
                      <a:pt x="1998779" y="2523699"/>
                    </a:lnTo>
                    <a:lnTo>
                      <a:pt x="155839" y="25236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6">
                <a:extLst>
                  <a:ext uri="{FF2B5EF4-FFF2-40B4-BE49-F238E27FC236}">
                    <a16:creationId xmlns:a16="http://schemas.microsoft.com/office/drawing/2014/main" id="{B66F1993-E0D8-E21B-1813-6192ACA3AC3A}"/>
                  </a:ext>
                </a:extLst>
              </p:cNvPr>
              <p:cNvSpPr/>
              <p:nvPr/>
            </p:nvSpPr>
            <p:spPr>
              <a:xfrm flipH="1">
                <a:off x="6356119" y="2744779"/>
                <a:ext cx="1083197" cy="1391261"/>
              </a:xfrm>
              <a:custGeom>
                <a:avLst/>
                <a:gdLst/>
                <a:ahLst/>
                <a:cxnLst/>
                <a:rect l="l" t="t" r="r" b="b"/>
                <a:pathLst>
                  <a:path w="1143216" h="1468349" extrusionOk="0">
                    <a:moveTo>
                      <a:pt x="936810" y="735"/>
                    </a:moveTo>
                    <a:lnTo>
                      <a:pt x="434192" y="794090"/>
                    </a:lnTo>
                    <a:cubicBezTo>
                      <a:pt x="434192" y="794090"/>
                      <a:pt x="20268" y="1074955"/>
                      <a:pt x="555" y="1099589"/>
                    </a:cubicBezTo>
                    <a:cubicBezTo>
                      <a:pt x="555" y="1099589"/>
                      <a:pt x="222309" y="1518448"/>
                      <a:pt x="522887" y="1464243"/>
                    </a:cubicBezTo>
                    <a:cubicBezTo>
                      <a:pt x="823480" y="1410039"/>
                      <a:pt x="1143772" y="291471"/>
                      <a:pt x="1143772" y="291471"/>
                    </a:cubicBezTo>
                    <a:lnTo>
                      <a:pt x="936810" y="735"/>
                    </a:ln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6">
                <a:extLst>
                  <a:ext uri="{FF2B5EF4-FFF2-40B4-BE49-F238E27FC236}">
                    <a16:creationId xmlns:a16="http://schemas.microsoft.com/office/drawing/2014/main" id="{86F5774D-2AE7-87F3-9814-680CE385D811}"/>
                  </a:ext>
                </a:extLst>
              </p:cNvPr>
              <p:cNvSpPr/>
              <p:nvPr/>
            </p:nvSpPr>
            <p:spPr>
              <a:xfrm flipH="1">
                <a:off x="6869740" y="1830857"/>
                <a:ext cx="544380" cy="362383"/>
              </a:xfrm>
              <a:custGeom>
                <a:avLst/>
                <a:gdLst/>
                <a:ahLst/>
                <a:cxnLst/>
                <a:rect l="l" t="t" r="r" b="b"/>
                <a:pathLst>
                  <a:path w="574544" h="382462" extrusionOk="0">
                    <a:moveTo>
                      <a:pt x="575045" y="414"/>
                    </a:moveTo>
                    <a:cubicBezTo>
                      <a:pt x="575045" y="414"/>
                      <a:pt x="541758" y="202172"/>
                      <a:pt x="522505" y="350290"/>
                    </a:cubicBezTo>
                    <a:cubicBezTo>
                      <a:pt x="335569" y="450017"/>
                      <a:pt x="114202" y="298018"/>
                      <a:pt x="500" y="200269"/>
                    </a:cubicBezTo>
                    <a:cubicBezTo>
                      <a:pt x="18103" y="132818"/>
                      <a:pt x="33965" y="64594"/>
                      <a:pt x="37950" y="25018"/>
                    </a:cubicBezTo>
                    <a:lnTo>
                      <a:pt x="575045" y="414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6">
                <a:extLst>
                  <a:ext uri="{FF2B5EF4-FFF2-40B4-BE49-F238E27FC236}">
                    <a16:creationId xmlns:a16="http://schemas.microsoft.com/office/drawing/2014/main" id="{867A948C-0471-B1A8-3A32-2A47427FF53F}"/>
                  </a:ext>
                </a:extLst>
              </p:cNvPr>
              <p:cNvSpPr/>
              <p:nvPr/>
            </p:nvSpPr>
            <p:spPr>
              <a:xfrm flipH="1">
                <a:off x="6733590" y="863480"/>
                <a:ext cx="240816" cy="259274"/>
              </a:xfrm>
              <a:custGeom>
                <a:avLst/>
                <a:gdLst/>
                <a:ahLst/>
                <a:cxnLst/>
                <a:rect l="l" t="t" r="r" b="b"/>
                <a:pathLst>
                  <a:path w="254159" h="273640" extrusionOk="0">
                    <a:moveTo>
                      <a:pt x="254426" y="77428"/>
                    </a:moveTo>
                    <a:cubicBezTo>
                      <a:pt x="252835" y="51084"/>
                      <a:pt x="244688" y="22466"/>
                      <a:pt x="227888" y="1637"/>
                    </a:cubicBezTo>
                    <a:cubicBezTo>
                      <a:pt x="225168" y="-1723"/>
                      <a:pt x="218626" y="1236"/>
                      <a:pt x="220827" y="5517"/>
                    </a:cubicBezTo>
                    <a:cubicBezTo>
                      <a:pt x="231174" y="25647"/>
                      <a:pt x="239276" y="45866"/>
                      <a:pt x="241923" y="68553"/>
                    </a:cubicBezTo>
                    <a:cubicBezTo>
                      <a:pt x="244509" y="90794"/>
                      <a:pt x="242532" y="113704"/>
                      <a:pt x="235351" y="134978"/>
                    </a:cubicBezTo>
                    <a:cubicBezTo>
                      <a:pt x="221317" y="176590"/>
                      <a:pt x="188075" y="208658"/>
                      <a:pt x="147057" y="223689"/>
                    </a:cubicBezTo>
                    <a:cubicBezTo>
                      <a:pt x="126318" y="231286"/>
                      <a:pt x="104612" y="234155"/>
                      <a:pt x="82699" y="233278"/>
                    </a:cubicBezTo>
                    <a:cubicBezTo>
                      <a:pt x="103958" y="216166"/>
                      <a:pt x="122467" y="195412"/>
                      <a:pt x="136725" y="172130"/>
                    </a:cubicBezTo>
                    <a:cubicBezTo>
                      <a:pt x="145095" y="158453"/>
                      <a:pt x="152067" y="143809"/>
                      <a:pt x="155933" y="128214"/>
                    </a:cubicBezTo>
                    <a:cubicBezTo>
                      <a:pt x="156899" y="124289"/>
                      <a:pt x="151101" y="122936"/>
                      <a:pt x="149436" y="126266"/>
                    </a:cubicBezTo>
                    <a:cubicBezTo>
                      <a:pt x="137186" y="150677"/>
                      <a:pt x="124534" y="174450"/>
                      <a:pt x="106709" y="195397"/>
                    </a:cubicBezTo>
                    <a:cubicBezTo>
                      <a:pt x="89077" y="216121"/>
                      <a:pt x="67951" y="233620"/>
                      <a:pt x="44565" y="247520"/>
                    </a:cubicBezTo>
                    <a:cubicBezTo>
                      <a:pt x="30977" y="255578"/>
                      <a:pt x="16184" y="260737"/>
                      <a:pt x="2314" y="268066"/>
                    </a:cubicBezTo>
                    <a:cubicBezTo>
                      <a:pt x="-407" y="269508"/>
                      <a:pt x="54" y="274280"/>
                      <a:pt x="3652" y="273790"/>
                    </a:cubicBezTo>
                    <a:cubicBezTo>
                      <a:pt x="17493" y="271872"/>
                      <a:pt x="31215" y="265271"/>
                      <a:pt x="43495" y="258908"/>
                    </a:cubicBezTo>
                    <a:cubicBezTo>
                      <a:pt x="54021" y="253452"/>
                      <a:pt x="64085" y="247178"/>
                      <a:pt x="73660" y="240206"/>
                    </a:cubicBezTo>
                    <a:cubicBezTo>
                      <a:pt x="73972" y="240354"/>
                      <a:pt x="74254" y="240533"/>
                      <a:pt x="74641" y="240622"/>
                    </a:cubicBezTo>
                    <a:cubicBezTo>
                      <a:pt x="119598" y="250672"/>
                      <a:pt x="169209" y="233843"/>
                      <a:pt x="203150" y="203826"/>
                    </a:cubicBezTo>
                    <a:cubicBezTo>
                      <a:pt x="239083" y="172026"/>
                      <a:pt x="257325" y="125166"/>
                      <a:pt x="254426" y="77428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6">
                <a:extLst>
                  <a:ext uri="{FF2B5EF4-FFF2-40B4-BE49-F238E27FC236}">
                    <a16:creationId xmlns:a16="http://schemas.microsoft.com/office/drawing/2014/main" id="{C85E4702-F03B-D847-0696-B9201207906E}"/>
                  </a:ext>
                </a:extLst>
              </p:cNvPr>
              <p:cNvSpPr/>
              <p:nvPr/>
            </p:nvSpPr>
            <p:spPr>
              <a:xfrm flipH="1">
                <a:off x="6940007" y="863563"/>
                <a:ext cx="483697" cy="164605"/>
              </a:xfrm>
              <a:custGeom>
                <a:avLst/>
                <a:gdLst/>
                <a:ahLst/>
                <a:cxnLst/>
                <a:rect l="l" t="t" r="r" b="b"/>
                <a:pathLst>
                  <a:path w="510498" h="173726" extrusionOk="0">
                    <a:moveTo>
                      <a:pt x="503544" y="40771"/>
                    </a:moveTo>
                    <a:cubicBezTo>
                      <a:pt x="497731" y="46421"/>
                      <a:pt x="492439" y="52546"/>
                      <a:pt x="486477" y="58062"/>
                    </a:cubicBezTo>
                    <a:cubicBezTo>
                      <a:pt x="480843" y="63280"/>
                      <a:pt x="474866" y="68126"/>
                      <a:pt x="468711" y="72705"/>
                    </a:cubicBezTo>
                    <a:cubicBezTo>
                      <a:pt x="456045" y="82072"/>
                      <a:pt x="442441" y="89891"/>
                      <a:pt x="427798" y="95734"/>
                    </a:cubicBezTo>
                    <a:cubicBezTo>
                      <a:pt x="396637" y="108163"/>
                      <a:pt x="362681" y="111047"/>
                      <a:pt x="329721" y="105085"/>
                    </a:cubicBezTo>
                    <a:cubicBezTo>
                      <a:pt x="316266" y="102662"/>
                      <a:pt x="303585" y="98380"/>
                      <a:pt x="291023" y="93534"/>
                    </a:cubicBezTo>
                    <a:cubicBezTo>
                      <a:pt x="323789" y="90992"/>
                      <a:pt x="356035" y="85357"/>
                      <a:pt x="386691" y="71754"/>
                    </a:cubicBezTo>
                    <a:cubicBezTo>
                      <a:pt x="417852" y="57957"/>
                      <a:pt x="445608" y="37055"/>
                      <a:pt x="460772" y="5924"/>
                    </a:cubicBezTo>
                    <a:cubicBezTo>
                      <a:pt x="462750" y="1865"/>
                      <a:pt x="456520" y="-2119"/>
                      <a:pt x="453919" y="1746"/>
                    </a:cubicBezTo>
                    <a:cubicBezTo>
                      <a:pt x="417614" y="55519"/>
                      <a:pt x="354028" y="76452"/>
                      <a:pt x="292123" y="81626"/>
                    </a:cubicBezTo>
                    <a:cubicBezTo>
                      <a:pt x="220420" y="87617"/>
                      <a:pt x="146115" y="78474"/>
                      <a:pt x="77980" y="106661"/>
                    </a:cubicBezTo>
                    <a:cubicBezTo>
                      <a:pt x="46656" y="119610"/>
                      <a:pt x="19108" y="139993"/>
                      <a:pt x="985" y="168983"/>
                    </a:cubicBezTo>
                    <a:cubicBezTo>
                      <a:pt x="-992" y="172150"/>
                      <a:pt x="3468" y="175881"/>
                      <a:pt x="5579" y="172670"/>
                    </a:cubicBezTo>
                    <a:cubicBezTo>
                      <a:pt x="41230" y="118347"/>
                      <a:pt x="111148" y="101265"/>
                      <a:pt x="172043" y="97548"/>
                    </a:cubicBezTo>
                    <a:cubicBezTo>
                      <a:pt x="205791" y="95496"/>
                      <a:pt x="240297" y="96269"/>
                      <a:pt x="274401" y="94575"/>
                    </a:cubicBezTo>
                    <a:cubicBezTo>
                      <a:pt x="302530" y="114422"/>
                      <a:pt x="340945" y="121365"/>
                      <a:pt x="374634" y="119581"/>
                    </a:cubicBezTo>
                    <a:cubicBezTo>
                      <a:pt x="409155" y="117752"/>
                      <a:pt x="442709" y="105680"/>
                      <a:pt x="470926" y="85773"/>
                    </a:cubicBezTo>
                    <a:cubicBezTo>
                      <a:pt x="486001" y="75158"/>
                      <a:pt x="501285" y="61139"/>
                      <a:pt x="510428" y="44964"/>
                    </a:cubicBezTo>
                    <a:cubicBezTo>
                      <a:pt x="512910" y="40578"/>
                      <a:pt x="506547" y="37872"/>
                      <a:pt x="503544" y="40771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6">
                <a:extLst>
                  <a:ext uri="{FF2B5EF4-FFF2-40B4-BE49-F238E27FC236}">
                    <a16:creationId xmlns:a16="http://schemas.microsoft.com/office/drawing/2014/main" id="{DE7DE596-6E4E-EA58-4803-B6A66206210D}"/>
                  </a:ext>
                </a:extLst>
              </p:cNvPr>
              <p:cNvSpPr/>
              <p:nvPr/>
            </p:nvSpPr>
            <p:spPr>
              <a:xfrm flipH="1">
                <a:off x="7294344" y="800172"/>
                <a:ext cx="109832" cy="62994"/>
              </a:xfrm>
              <a:custGeom>
                <a:avLst/>
                <a:gdLst/>
                <a:ahLst/>
                <a:cxnLst/>
                <a:rect l="l" t="t" r="r" b="b"/>
                <a:pathLst>
                  <a:path w="115918" h="66484" extrusionOk="0">
                    <a:moveTo>
                      <a:pt x="110650" y="694"/>
                    </a:moveTo>
                    <a:cubicBezTo>
                      <a:pt x="101938" y="5956"/>
                      <a:pt x="93939" y="12468"/>
                      <a:pt x="85391" y="18028"/>
                    </a:cubicBezTo>
                    <a:cubicBezTo>
                      <a:pt x="76530" y="23812"/>
                      <a:pt x="67566" y="29461"/>
                      <a:pt x="58259" y="34516"/>
                    </a:cubicBezTo>
                    <a:cubicBezTo>
                      <a:pt x="49235" y="39407"/>
                      <a:pt x="39913" y="43822"/>
                      <a:pt x="30458" y="47792"/>
                    </a:cubicBezTo>
                    <a:cubicBezTo>
                      <a:pt x="21136" y="51702"/>
                      <a:pt x="10774" y="54467"/>
                      <a:pt x="2092" y="59656"/>
                    </a:cubicBezTo>
                    <a:cubicBezTo>
                      <a:pt x="-1417" y="61752"/>
                      <a:pt x="1289" y="66792"/>
                      <a:pt x="4783" y="66628"/>
                    </a:cubicBezTo>
                    <a:cubicBezTo>
                      <a:pt x="15026" y="66167"/>
                      <a:pt x="25819" y="61425"/>
                      <a:pt x="35200" y="57604"/>
                    </a:cubicBezTo>
                    <a:cubicBezTo>
                      <a:pt x="45251" y="53516"/>
                      <a:pt x="54988" y="48803"/>
                      <a:pt x="64503" y="43599"/>
                    </a:cubicBezTo>
                    <a:cubicBezTo>
                      <a:pt x="82581" y="33713"/>
                      <a:pt x="102131" y="21745"/>
                      <a:pt x="115511" y="5763"/>
                    </a:cubicBezTo>
                    <a:cubicBezTo>
                      <a:pt x="118232" y="2507"/>
                      <a:pt x="113920" y="-1284"/>
                      <a:pt x="110650" y="69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6">
                <a:extLst>
                  <a:ext uri="{FF2B5EF4-FFF2-40B4-BE49-F238E27FC236}">
                    <a16:creationId xmlns:a16="http://schemas.microsoft.com/office/drawing/2014/main" id="{BF4D5634-43A1-4C7A-F54D-35CF0A7FD268}"/>
                  </a:ext>
                </a:extLst>
              </p:cNvPr>
              <p:cNvSpPr/>
              <p:nvPr/>
            </p:nvSpPr>
            <p:spPr>
              <a:xfrm flipH="1">
                <a:off x="7500288" y="1172853"/>
                <a:ext cx="35139" cy="59792"/>
              </a:xfrm>
              <a:custGeom>
                <a:avLst/>
                <a:gdLst/>
                <a:ahLst/>
                <a:cxnLst/>
                <a:rect l="l" t="t" r="r" b="b"/>
                <a:pathLst>
                  <a:path w="37086" h="63105" extrusionOk="0">
                    <a:moveTo>
                      <a:pt x="31081" y="1420"/>
                    </a:moveTo>
                    <a:cubicBezTo>
                      <a:pt x="24227" y="9463"/>
                      <a:pt x="19589" y="19706"/>
                      <a:pt x="14653" y="28983"/>
                    </a:cubicBezTo>
                    <a:cubicBezTo>
                      <a:pt x="12230" y="33562"/>
                      <a:pt x="9851" y="38141"/>
                      <a:pt x="7487" y="42750"/>
                    </a:cubicBezTo>
                    <a:cubicBezTo>
                      <a:pt x="4960" y="47730"/>
                      <a:pt x="2804" y="52725"/>
                      <a:pt x="693" y="57869"/>
                    </a:cubicBezTo>
                    <a:cubicBezTo>
                      <a:pt x="-883" y="61705"/>
                      <a:pt x="4663" y="65556"/>
                      <a:pt x="7130" y="61809"/>
                    </a:cubicBezTo>
                    <a:cubicBezTo>
                      <a:pt x="10238" y="57171"/>
                      <a:pt x="13211" y="52607"/>
                      <a:pt x="15932" y="47715"/>
                    </a:cubicBezTo>
                    <a:cubicBezTo>
                      <a:pt x="18533" y="43017"/>
                      <a:pt x="21105" y="38319"/>
                      <a:pt x="23633" y="33592"/>
                    </a:cubicBezTo>
                    <a:cubicBezTo>
                      <a:pt x="28658" y="24151"/>
                      <a:pt x="34456" y="14562"/>
                      <a:pt x="37370" y="4215"/>
                    </a:cubicBezTo>
                    <a:cubicBezTo>
                      <a:pt x="38395" y="573"/>
                      <a:pt x="33192" y="-1063"/>
                      <a:pt x="31081" y="142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6">
                <a:extLst>
                  <a:ext uri="{FF2B5EF4-FFF2-40B4-BE49-F238E27FC236}">
                    <a16:creationId xmlns:a16="http://schemas.microsoft.com/office/drawing/2014/main" id="{EDFDD35A-2AC9-CD18-1DEF-30A2264BDBAC}"/>
                  </a:ext>
                </a:extLst>
              </p:cNvPr>
              <p:cNvSpPr/>
              <p:nvPr/>
            </p:nvSpPr>
            <p:spPr>
              <a:xfrm flipH="1">
                <a:off x="7503446" y="1458212"/>
                <a:ext cx="115478" cy="179274"/>
              </a:xfrm>
              <a:custGeom>
                <a:avLst/>
                <a:gdLst/>
                <a:ahLst/>
                <a:cxnLst/>
                <a:rect l="l" t="t" r="r" b="b"/>
                <a:pathLst>
                  <a:path w="121876" h="189207" extrusionOk="0">
                    <a:moveTo>
                      <a:pt x="109597" y="131883"/>
                    </a:moveTo>
                    <a:cubicBezTo>
                      <a:pt x="103175" y="114578"/>
                      <a:pt x="95102" y="97868"/>
                      <a:pt x="85766" y="81946"/>
                    </a:cubicBezTo>
                    <a:cubicBezTo>
                      <a:pt x="76415" y="66023"/>
                      <a:pt x="65725" y="50829"/>
                      <a:pt x="53639" y="36854"/>
                    </a:cubicBezTo>
                    <a:cubicBezTo>
                      <a:pt x="42013" y="23400"/>
                      <a:pt x="28811" y="9945"/>
                      <a:pt x="13483" y="698"/>
                    </a:cubicBezTo>
                    <a:cubicBezTo>
                      <a:pt x="10718" y="-982"/>
                      <a:pt x="7611" y="3181"/>
                      <a:pt x="9588" y="5545"/>
                    </a:cubicBezTo>
                    <a:cubicBezTo>
                      <a:pt x="20976" y="19148"/>
                      <a:pt x="33762" y="31577"/>
                      <a:pt x="44971" y="45388"/>
                    </a:cubicBezTo>
                    <a:cubicBezTo>
                      <a:pt x="56077" y="59080"/>
                      <a:pt x="66231" y="73501"/>
                      <a:pt x="75106" y="88725"/>
                    </a:cubicBezTo>
                    <a:cubicBezTo>
                      <a:pt x="76905" y="91832"/>
                      <a:pt x="78630" y="94969"/>
                      <a:pt x="80325" y="98121"/>
                    </a:cubicBezTo>
                    <a:cubicBezTo>
                      <a:pt x="71969" y="90613"/>
                      <a:pt x="62811" y="83834"/>
                      <a:pt x="53921" y="77322"/>
                    </a:cubicBezTo>
                    <a:cubicBezTo>
                      <a:pt x="39010" y="66380"/>
                      <a:pt x="23191" y="54576"/>
                      <a:pt x="5931" y="47663"/>
                    </a:cubicBezTo>
                    <a:cubicBezTo>
                      <a:pt x="1828" y="46012"/>
                      <a:pt x="-1666" y="51439"/>
                      <a:pt x="1857" y="54353"/>
                    </a:cubicBezTo>
                    <a:cubicBezTo>
                      <a:pt x="16189" y="66142"/>
                      <a:pt x="32676" y="75478"/>
                      <a:pt x="47692" y="86406"/>
                    </a:cubicBezTo>
                    <a:cubicBezTo>
                      <a:pt x="61771" y="96634"/>
                      <a:pt x="75077" y="108245"/>
                      <a:pt x="89884" y="117433"/>
                    </a:cubicBezTo>
                    <a:cubicBezTo>
                      <a:pt x="92723" y="123677"/>
                      <a:pt x="95444" y="129965"/>
                      <a:pt x="97927" y="136358"/>
                    </a:cubicBezTo>
                    <a:cubicBezTo>
                      <a:pt x="104379" y="153024"/>
                      <a:pt x="108809" y="170299"/>
                      <a:pt x="114830" y="187084"/>
                    </a:cubicBezTo>
                    <a:cubicBezTo>
                      <a:pt x="116347" y="191321"/>
                      <a:pt x="122457" y="189567"/>
                      <a:pt x="122279" y="185330"/>
                    </a:cubicBezTo>
                    <a:cubicBezTo>
                      <a:pt x="121476" y="167326"/>
                      <a:pt x="115812" y="148683"/>
                      <a:pt x="109597" y="131883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6">
                <a:extLst>
                  <a:ext uri="{FF2B5EF4-FFF2-40B4-BE49-F238E27FC236}">
                    <a16:creationId xmlns:a16="http://schemas.microsoft.com/office/drawing/2014/main" id="{8382EE87-34A5-EAE7-7428-2E1A1329D0FB}"/>
                  </a:ext>
                </a:extLst>
              </p:cNvPr>
              <p:cNvSpPr/>
              <p:nvPr/>
            </p:nvSpPr>
            <p:spPr>
              <a:xfrm flipH="1">
                <a:off x="6698115" y="1414322"/>
                <a:ext cx="43092" cy="114013"/>
              </a:xfrm>
              <a:custGeom>
                <a:avLst/>
                <a:gdLst/>
                <a:ahLst/>
                <a:cxnLst/>
                <a:rect l="l" t="t" r="r" b="b"/>
                <a:pathLst>
                  <a:path w="45480" h="120330" extrusionOk="0">
                    <a:moveTo>
                      <a:pt x="38782" y="1718"/>
                    </a:moveTo>
                    <a:cubicBezTo>
                      <a:pt x="23767" y="16748"/>
                      <a:pt x="13672" y="36150"/>
                      <a:pt x="7488" y="56383"/>
                    </a:cubicBezTo>
                    <a:cubicBezTo>
                      <a:pt x="1660" y="75428"/>
                      <a:pt x="-2518" y="98709"/>
                      <a:pt x="3622" y="118230"/>
                    </a:cubicBezTo>
                    <a:cubicBezTo>
                      <a:pt x="4767" y="121887"/>
                      <a:pt x="10446" y="121129"/>
                      <a:pt x="10967" y="117471"/>
                    </a:cubicBezTo>
                    <a:cubicBezTo>
                      <a:pt x="12320" y="107957"/>
                      <a:pt x="12349" y="98174"/>
                      <a:pt x="13479" y="88585"/>
                    </a:cubicBezTo>
                    <a:cubicBezTo>
                      <a:pt x="14624" y="78907"/>
                      <a:pt x="16512" y="69258"/>
                      <a:pt x="19292" y="59907"/>
                    </a:cubicBezTo>
                    <a:cubicBezTo>
                      <a:pt x="24912" y="40907"/>
                      <a:pt x="34441" y="23394"/>
                      <a:pt x="45250" y="6892"/>
                    </a:cubicBezTo>
                    <a:cubicBezTo>
                      <a:pt x="48208" y="2402"/>
                      <a:pt x="42559" y="-2073"/>
                      <a:pt x="38782" y="1718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6">
                <a:extLst>
                  <a:ext uri="{FF2B5EF4-FFF2-40B4-BE49-F238E27FC236}">
                    <a16:creationId xmlns:a16="http://schemas.microsoft.com/office/drawing/2014/main" id="{14CB2018-277A-669B-7449-DB562B21136E}"/>
                  </a:ext>
                </a:extLst>
              </p:cNvPr>
              <p:cNvSpPr/>
              <p:nvPr/>
            </p:nvSpPr>
            <p:spPr>
              <a:xfrm flipH="1">
                <a:off x="5994339" y="1825316"/>
                <a:ext cx="609258" cy="1188842"/>
              </a:xfrm>
              <a:custGeom>
                <a:avLst/>
                <a:gdLst/>
                <a:ahLst/>
                <a:cxnLst/>
                <a:rect l="l" t="t" r="r" b="b"/>
                <a:pathLst>
                  <a:path w="643016" h="1254715" extrusionOk="0">
                    <a:moveTo>
                      <a:pt x="331388" y="271883"/>
                    </a:moveTo>
                    <a:cubicBezTo>
                      <a:pt x="331388" y="271883"/>
                      <a:pt x="138669" y="609152"/>
                      <a:pt x="121141" y="668293"/>
                    </a:cubicBezTo>
                    <a:cubicBezTo>
                      <a:pt x="103628" y="727418"/>
                      <a:pt x="690" y="1053746"/>
                      <a:pt x="690" y="1053746"/>
                    </a:cubicBezTo>
                    <a:lnTo>
                      <a:pt x="230651" y="1255221"/>
                    </a:lnTo>
                    <a:cubicBezTo>
                      <a:pt x="230651" y="1255221"/>
                      <a:pt x="491267" y="946422"/>
                      <a:pt x="567920" y="755903"/>
                    </a:cubicBezTo>
                    <a:cubicBezTo>
                      <a:pt x="644559" y="565354"/>
                      <a:pt x="646759" y="534699"/>
                      <a:pt x="642373" y="477759"/>
                    </a:cubicBezTo>
                    <a:cubicBezTo>
                      <a:pt x="637988" y="420804"/>
                      <a:pt x="554778" y="234656"/>
                      <a:pt x="554778" y="234656"/>
                    </a:cubicBezTo>
                    <a:cubicBezTo>
                      <a:pt x="554778" y="234656"/>
                      <a:pt x="519722" y="175516"/>
                      <a:pt x="493452" y="144860"/>
                    </a:cubicBezTo>
                    <a:cubicBezTo>
                      <a:pt x="467167" y="114205"/>
                      <a:pt x="324817" y="-17203"/>
                      <a:pt x="300718" y="2510"/>
                    </a:cubicBezTo>
                    <a:cubicBezTo>
                      <a:pt x="276634" y="22224"/>
                      <a:pt x="281020" y="55065"/>
                      <a:pt x="281020" y="55065"/>
                    </a:cubicBezTo>
                    <a:cubicBezTo>
                      <a:pt x="281020" y="55065"/>
                      <a:pt x="232821" y="55065"/>
                      <a:pt x="270063" y="138304"/>
                    </a:cubicBezTo>
                    <a:cubicBezTo>
                      <a:pt x="270063" y="138304"/>
                      <a:pt x="226265" y="197430"/>
                      <a:pt x="331388" y="27188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6">
                <a:extLst>
                  <a:ext uri="{FF2B5EF4-FFF2-40B4-BE49-F238E27FC236}">
                    <a16:creationId xmlns:a16="http://schemas.microsoft.com/office/drawing/2014/main" id="{D4DE9968-8D71-884F-4D78-739676F0EB0E}"/>
                  </a:ext>
                </a:extLst>
              </p:cNvPr>
              <p:cNvSpPr/>
              <p:nvPr/>
            </p:nvSpPr>
            <p:spPr>
              <a:xfrm flipH="1">
                <a:off x="5954102" y="2897574"/>
                <a:ext cx="506749" cy="825015"/>
              </a:xfrm>
              <a:custGeom>
                <a:avLst/>
                <a:gdLst/>
                <a:ahLst/>
                <a:cxnLst/>
                <a:rect l="l" t="t" r="r" b="b"/>
                <a:pathLst>
                  <a:path w="534827" h="870728" extrusionOk="0">
                    <a:moveTo>
                      <a:pt x="191504" y="23765"/>
                    </a:moveTo>
                    <a:cubicBezTo>
                      <a:pt x="191504" y="23765"/>
                      <a:pt x="88581" y="71934"/>
                      <a:pt x="49154" y="150773"/>
                    </a:cubicBezTo>
                    <a:cubicBezTo>
                      <a:pt x="9742" y="229611"/>
                      <a:pt x="-34071" y="334750"/>
                      <a:pt x="165234" y="220855"/>
                    </a:cubicBezTo>
                    <a:cubicBezTo>
                      <a:pt x="165234" y="220855"/>
                      <a:pt x="18498" y="290937"/>
                      <a:pt x="3171" y="453016"/>
                    </a:cubicBezTo>
                    <a:cubicBezTo>
                      <a:pt x="-12157" y="615064"/>
                      <a:pt x="49154" y="720188"/>
                      <a:pt x="49154" y="720188"/>
                    </a:cubicBezTo>
                    <a:lnTo>
                      <a:pt x="31641" y="785885"/>
                    </a:lnTo>
                    <a:cubicBezTo>
                      <a:pt x="31641" y="785885"/>
                      <a:pt x="325098" y="899780"/>
                      <a:pt x="373281" y="864739"/>
                    </a:cubicBezTo>
                    <a:cubicBezTo>
                      <a:pt x="371096" y="853796"/>
                      <a:pt x="397365" y="702675"/>
                      <a:pt x="408322" y="687332"/>
                    </a:cubicBezTo>
                    <a:cubicBezTo>
                      <a:pt x="419279" y="672005"/>
                      <a:pt x="528773" y="490227"/>
                      <a:pt x="535345" y="433287"/>
                    </a:cubicBezTo>
                    <a:cubicBezTo>
                      <a:pt x="541916" y="376347"/>
                      <a:pt x="379852" y="117932"/>
                      <a:pt x="307585" y="100404"/>
                    </a:cubicBezTo>
                    <a:cubicBezTo>
                      <a:pt x="307585" y="100404"/>
                      <a:pt x="331669" y="69748"/>
                      <a:pt x="305384" y="21565"/>
                    </a:cubicBezTo>
                    <a:cubicBezTo>
                      <a:pt x="279114" y="-26619"/>
                      <a:pt x="191504" y="23765"/>
                      <a:pt x="191504" y="23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6">
                <a:extLst>
                  <a:ext uri="{FF2B5EF4-FFF2-40B4-BE49-F238E27FC236}">
                    <a16:creationId xmlns:a16="http://schemas.microsoft.com/office/drawing/2014/main" id="{6F3C2031-8CD4-13CE-1FBD-823861061AF4}"/>
                  </a:ext>
                </a:extLst>
              </p:cNvPr>
              <p:cNvSpPr/>
              <p:nvPr/>
            </p:nvSpPr>
            <p:spPr>
              <a:xfrm flipH="1">
                <a:off x="6269314" y="1955839"/>
                <a:ext cx="76695" cy="97592"/>
              </a:xfrm>
              <a:custGeom>
                <a:avLst/>
                <a:gdLst/>
                <a:ahLst/>
                <a:cxnLst/>
                <a:rect l="l" t="t" r="r" b="b"/>
                <a:pathLst>
                  <a:path w="80945" h="102999" extrusionOk="0">
                    <a:moveTo>
                      <a:pt x="81154" y="97330"/>
                    </a:moveTo>
                    <a:cubicBezTo>
                      <a:pt x="76233" y="88812"/>
                      <a:pt x="69111" y="81705"/>
                      <a:pt x="62659" y="74331"/>
                    </a:cubicBezTo>
                    <a:cubicBezTo>
                      <a:pt x="55954" y="66675"/>
                      <a:pt x="49487" y="58810"/>
                      <a:pt x="43258" y="50767"/>
                    </a:cubicBezTo>
                    <a:cubicBezTo>
                      <a:pt x="30978" y="34889"/>
                      <a:pt x="20185" y="18001"/>
                      <a:pt x="8157" y="1959"/>
                    </a:cubicBezTo>
                    <a:cubicBezTo>
                      <a:pt x="5481" y="-1609"/>
                      <a:pt x="-926" y="1543"/>
                      <a:pt x="1066" y="5854"/>
                    </a:cubicBezTo>
                    <a:cubicBezTo>
                      <a:pt x="9689" y="24527"/>
                      <a:pt x="22058" y="41966"/>
                      <a:pt x="34576" y="58216"/>
                    </a:cubicBezTo>
                    <a:cubicBezTo>
                      <a:pt x="40790" y="66273"/>
                      <a:pt x="47242" y="74153"/>
                      <a:pt x="53932" y="81809"/>
                    </a:cubicBezTo>
                    <a:cubicBezTo>
                      <a:pt x="60741" y="89629"/>
                      <a:pt x="67744" y="97494"/>
                      <a:pt x="76679" y="102890"/>
                    </a:cubicBezTo>
                    <a:cubicBezTo>
                      <a:pt x="80217" y="105031"/>
                      <a:pt x="82729" y="100066"/>
                      <a:pt x="81154" y="9733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6">
                <a:extLst>
                  <a:ext uri="{FF2B5EF4-FFF2-40B4-BE49-F238E27FC236}">
                    <a16:creationId xmlns:a16="http://schemas.microsoft.com/office/drawing/2014/main" id="{C6B723C6-FE04-F53A-81F9-4E8DDD70A702}"/>
                  </a:ext>
                </a:extLst>
              </p:cNvPr>
              <p:cNvSpPr/>
              <p:nvPr/>
            </p:nvSpPr>
            <p:spPr>
              <a:xfrm flipH="1">
                <a:off x="6203736" y="1867586"/>
                <a:ext cx="137374" cy="560983"/>
              </a:xfrm>
              <a:custGeom>
                <a:avLst/>
                <a:gdLst/>
                <a:ahLst/>
                <a:cxnLst/>
                <a:rect l="l" t="t" r="r" b="b"/>
                <a:pathLst>
                  <a:path w="144986" h="592067" extrusionOk="0">
                    <a:moveTo>
                      <a:pt x="145294" y="199009"/>
                    </a:moveTo>
                    <a:cubicBezTo>
                      <a:pt x="141652" y="160118"/>
                      <a:pt x="105733" y="137371"/>
                      <a:pt x="81500" y="110908"/>
                    </a:cubicBezTo>
                    <a:cubicBezTo>
                      <a:pt x="52094" y="78796"/>
                      <a:pt x="26240" y="41599"/>
                      <a:pt x="7181" y="2410"/>
                    </a:cubicBezTo>
                    <a:cubicBezTo>
                      <a:pt x="5352" y="-1381"/>
                      <a:pt x="-713" y="804"/>
                      <a:pt x="996" y="4789"/>
                    </a:cubicBezTo>
                    <a:cubicBezTo>
                      <a:pt x="16175" y="40216"/>
                      <a:pt x="35190" y="72938"/>
                      <a:pt x="59780" y="102746"/>
                    </a:cubicBezTo>
                    <a:cubicBezTo>
                      <a:pt x="71822" y="117346"/>
                      <a:pt x="84905" y="130993"/>
                      <a:pt x="98627" y="144017"/>
                    </a:cubicBezTo>
                    <a:cubicBezTo>
                      <a:pt x="111294" y="156014"/>
                      <a:pt x="125789" y="169097"/>
                      <a:pt x="130888" y="186402"/>
                    </a:cubicBezTo>
                    <a:cubicBezTo>
                      <a:pt x="136716" y="206175"/>
                      <a:pt x="132063" y="227167"/>
                      <a:pt x="127602" y="246687"/>
                    </a:cubicBezTo>
                    <a:cubicBezTo>
                      <a:pt x="122667" y="268363"/>
                      <a:pt x="117701" y="290039"/>
                      <a:pt x="112765" y="311700"/>
                    </a:cubicBezTo>
                    <a:cubicBezTo>
                      <a:pt x="102938" y="354754"/>
                      <a:pt x="93126" y="397809"/>
                      <a:pt x="83344" y="440863"/>
                    </a:cubicBezTo>
                    <a:cubicBezTo>
                      <a:pt x="72209" y="489864"/>
                      <a:pt x="61564" y="538895"/>
                      <a:pt x="52228" y="588268"/>
                    </a:cubicBezTo>
                    <a:cubicBezTo>
                      <a:pt x="51306" y="593174"/>
                      <a:pt x="58516" y="594141"/>
                      <a:pt x="59750" y="589502"/>
                    </a:cubicBezTo>
                    <a:cubicBezTo>
                      <a:pt x="82898" y="502724"/>
                      <a:pt x="101957" y="414936"/>
                      <a:pt x="121864" y="327370"/>
                    </a:cubicBezTo>
                    <a:cubicBezTo>
                      <a:pt x="126874" y="305307"/>
                      <a:pt x="131914" y="283260"/>
                      <a:pt x="136894" y="261197"/>
                    </a:cubicBezTo>
                    <a:cubicBezTo>
                      <a:pt x="141473" y="240919"/>
                      <a:pt x="147242" y="219986"/>
                      <a:pt x="145294" y="19900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6">
                <a:extLst>
                  <a:ext uri="{FF2B5EF4-FFF2-40B4-BE49-F238E27FC236}">
                    <a16:creationId xmlns:a16="http://schemas.microsoft.com/office/drawing/2014/main" id="{D527B3C2-185C-72E3-2840-0D0528D10138}"/>
                  </a:ext>
                </a:extLst>
              </p:cNvPr>
              <p:cNvSpPr/>
              <p:nvPr/>
            </p:nvSpPr>
            <p:spPr>
              <a:xfrm flipH="1">
                <a:off x="6056905" y="2091484"/>
                <a:ext cx="30420" cy="280108"/>
              </a:xfrm>
              <a:custGeom>
                <a:avLst/>
                <a:gdLst/>
                <a:ahLst/>
                <a:cxnLst/>
                <a:rect l="l" t="t" r="r" b="b"/>
                <a:pathLst>
                  <a:path w="32106" h="295629" extrusionOk="0">
                    <a:moveTo>
                      <a:pt x="32524" y="67799"/>
                    </a:moveTo>
                    <a:cubicBezTo>
                      <a:pt x="31945" y="46375"/>
                      <a:pt x="30963" y="24328"/>
                      <a:pt x="26206" y="3336"/>
                    </a:cubicBezTo>
                    <a:cubicBezTo>
                      <a:pt x="25478" y="95"/>
                      <a:pt x="19888" y="-961"/>
                      <a:pt x="19694" y="3128"/>
                    </a:cubicBezTo>
                    <a:cubicBezTo>
                      <a:pt x="18877" y="21548"/>
                      <a:pt x="20051" y="40087"/>
                      <a:pt x="20363" y="58507"/>
                    </a:cubicBezTo>
                    <a:cubicBezTo>
                      <a:pt x="20690" y="77343"/>
                      <a:pt x="20750" y="96179"/>
                      <a:pt x="20170" y="115001"/>
                    </a:cubicBezTo>
                    <a:cubicBezTo>
                      <a:pt x="19010" y="152882"/>
                      <a:pt x="14996" y="190391"/>
                      <a:pt x="10120" y="227944"/>
                    </a:cubicBezTo>
                    <a:cubicBezTo>
                      <a:pt x="7340" y="249367"/>
                      <a:pt x="3608" y="270672"/>
                      <a:pt x="769" y="292080"/>
                    </a:cubicBezTo>
                    <a:cubicBezTo>
                      <a:pt x="293" y="295767"/>
                      <a:pt x="6091" y="297908"/>
                      <a:pt x="7310" y="294042"/>
                    </a:cubicBezTo>
                    <a:cubicBezTo>
                      <a:pt x="18728" y="257856"/>
                      <a:pt x="24511" y="219872"/>
                      <a:pt x="28272" y="182199"/>
                    </a:cubicBezTo>
                    <a:cubicBezTo>
                      <a:pt x="32079" y="144214"/>
                      <a:pt x="33565" y="105977"/>
                      <a:pt x="32524" y="67799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6">
                <a:extLst>
                  <a:ext uri="{FF2B5EF4-FFF2-40B4-BE49-F238E27FC236}">
                    <a16:creationId xmlns:a16="http://schemas.microsoft.com/office/drawing/2014/main" id="{EAD30920-4847-409F-7E68-C64C1792F93A}"/>
                  </a:ext>
                </a:extLst>
              </p:cNvPr>
              <p:cNvSpPr/>
              <p:nvPr/>
            </p:nvSpPr>
            <p:spPr>
              <a:xfrm flipH="1">
                <a:off x="6285669" y="2708827"/>
                <a:ext cx="106304" cy="287573"/>
              </a:xfrm>
              <a:custGeom>
                <a:avLst/>
                <a:gdLst/>
                <a:ahLst/>
                <a:cxnLst/>
                <a:rect l="l" t="t" r="r" b="b"/>
                <a:pathLst>
                  <a:path w="112194" h="303507" extrusionOk="0">
                    <a:moveTo>
                      <a:pt x="105828" y="58695"/>
                    </a:moveTo>
                    <a:cubicBezTo>
                      <a:pt x="109486" y="40736"/>
                      <a:pt x="112682" y="22048"/>
                      <a:pt x="112875" y="3688"/>
                    </a:cubicBezTo>
                    <a:cubicBezTo>
                      <a:pt x="112905" y="-534"/>
                      <a:pt x="106676" y="-237"/>
                      <a:pt x="105813" y="3450"/>
                    </a:cubicBezTo>
                    <a:cubicBezTo>
                      <a:pt x="102231" y="18986"/>
                      <a:pt x="99792" y="34804"/>
                      <a:pt x="96358" y="50355"/>
                    </a:cubicBezTo>
                    <a:cubicBezTo>
                      <a:pt x="92909" y="65920"/>
                      <a:pt x="89058" y="81427"/>
                      <a:pt x="84569" y="96739"/>
                    </a:cubicBezTo>
                    <a:cubicBezTo>
                      <a:pt x="75515" y="127677"/>
                      <a:pt x="63621" y="157857"/>
                      <a:pt x="49810" y="186981"/>
                    </a:cubicBezTo>
                    <a:cubicBezTo>
                      <a:pt x="49929" y="186342"/>
                      <a:pt x="50048" y="185703"/>
                      <a:pt x="50152" y="185064"/>
                    </a:cubicBezTo>
                    <a:cubicBezTo>
                      <a:pt x="53096" y="167654"/>
                      <a:pt x="55192" y="150052"/>
                      <a:pt x="56545" y="132450"/>
                    </a:cubicBezTo>
                    <a:cubicBezTo>
                      <a:pt x="57898" y="114713"/>
                      <a:pt x="59206" y="95877"/>
                      <a:pt x="56693" y="78201"/>
                    </a:cubicBezTo>
                    <a:cubicBezTo>
                      <a:pt x="56113" y="74142"/>
                      <a:pt x="49855" y="73607"/>
                      <a:pt x="49275" y="77963"/>
                    </a:cubicBezTo>
                    <a:cubicBezTo>
                      <a:pt x="46985" y="95342"/>
                      <a:pt x="46971" y="113167"/>
                      <a:pt x="45543" y="130636"/>
                    </a:cubicBezTo>
                    <a:cubicBezTo>
                      <a:pt x="44101" y="148268"/>
                      <a:pt x="41916" y="165796"/>
                      <a:pt x="39076" y="183250"/>
                    </a:cubicBezTo>
                    <a:cubicBezTo>
                      <a:pt x="36816" y="197120"/>
                      <a:pt x="34006" y="210828"/>
                      <a:pt x="30885" y="224475"/>
                    </a:cubicBezTo>
                    <a:cubicBezTo>
                      <a:pt x="28892" y="228192"/>
                      <a:pt x="26975" y="231968"/>
                      <a:pt x="24923" y="235640"/>
                    </a:cubicBezTo>
                    <a:cubicBezTo>
                      <a:pt x="23852" y="237573"/>
                      <a:pt x="25384" y="239491"/>
                      <a:pt x="27183" y="239967"/>
                    </a:cubicBezTo>
                    <a:cubicBezTo>
                      <a:pt x="23496" y="254952"/>
                      <a:pt x="19526" y="269894"/>
                      <a:pt x="15542" y="284835"/>
                    </a:cubicBezTo>
                    <a:cubicBezTo>
                      <a:pt x="11022" y="288537"/>
                      <a:pt x="6547" y="292313"/>
                      <a:pt x="2251" y="296297"/>
                    </a:cubicBezTo>
                    <a:cubicBezTo>
                      <a:pt x="-1763" y="300029"/>
                      <a:pt x="2637" y="306407"/>
                      <a:pt x="7410" y="303270"/>
                    </a:cubicBezTo>
                    <a:cubicBezTo>
                      <a:pt x="16166" y="297516"/>
                      <a:pt x="24418" y="291124"/>
                      <a:pt x="32698" y="284686"/>
                    </a:cubicBezTo>
                    <a:cubicBezTo>
                      <a:pt x="36697" y="281579"/>
                      <a:pt x="40697" y="278457"/>
                      <a:pt x="44711" y="275350"/>
                    </a:cubicBezTo>
                    <a:cubicBezTo>
                      <a:pt x="46837" y="273700"/>
                      <a:pt x="48948" y="272035"/>
                      <a:pt x="51059" y="270340"/>
                    </a:cubicBezTo>
                    <a:cubicBezTo>
                      <a:pt x="52159" y="269477"/>
                      <a:pt x="53319" y="268645"/>
                      <a:pt x="54225" y="267560"/>
                    </a:cubicBezTo>
                    <a:cubicBezTo>
                      <a:pt x="55177" y="266400"/>
                      <a:pt x="55549" y="265077"/>
                      <a:pt x="56099" y="263694"/>
                    </a:cubicBezTo>
                    <a:cubicBezTo>
                      <a:pt x="57080" y="261241"/>
                      <a:pt x="55236" y="258149"/>
                      <a:pt x="52382" y="258550"/>
                    </a:cubicBezTo>
                    <a:cubicBezTo>
                      <a:pt x="51148" y="258714"/>
                      <a:pt x="49825" y="258714"/>
                      <a:pt x="48636" y="259145"/>
                    </a:cubicBezTo>
                    <a:cubicBezTo>
                      <a:pt x="47312" y="259636"/>
                      <a:pt x="46168" y="260557"/>
                      <a:pt x="45053" y="261405"/>
                    </a:cubicBezTo>
                    <a:cubicBezTo>
                      <a:pt x="42927" y="263055"/>
                      <a:pt x="40801" y="264705"/>
                      <a:pt x="38690" y="266400"/>
                    </a:cubicBezTo>
                    <a:cubicBezTo>
                      <a:pt x="34646" y="269596"/>
                      <a:pt x="30602" y="272778"/>
                      <a:pt x="26558" y="275974"/>
                    </a:cubicBezTo>
                    <a:cubicBezTo>
                      <a:pt x="33739" y="257197"/>
                      <a:pt x="39269" y="237707"/>
                      <a:pt x="43715" y="218038"/>
                    </a:cubicBezTo>
                    <a:cubicBezTo>
                      <a:pt x="73419" y="169156"/>
                      <a:pt x="94455" y="114713"/>
                      <a:pt x="105828" y="5869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6">
                <a:extLst>
                  <a:ext uri="{FF2B5EF4-FFF2-40B4-BE49-F238E27FC236}">
                    <a16:creationId xmlns:a16="http://schemas.microsoft.com/office/drawing/2014/main" id="{66B2AD3D-A903-BEBE-4CBE-9F8251F3A0C2}"/>
                  </a:ext>
                </a:extLst>
              </p:cNvPr>
              <p:cNvSpPr/>
              <p:nvPr/>
            </p:nvSpPr>
            <p:spPr>
              <a:xfrm flipH="1">
                <a:off x="5998759" y="2995346"/>
                <a:ext cx="458203" cy="558246"/>
              </a:xfrm>
              <a:custGeom>
                <a:avLst/>
                <a:gdLst/>
                <a:ahLst/>
                <a:cxnLst/>
                <a:rect l="l" t="t" r="r" b="b"/>
                <a:pathLst>
                  <a:path w="483592" h="589178" extrusionOk="0">
                    <a:moveTo>
                      <a:pt x="478588" y="322525"/>
                    </a:moveTo>
                    <a:cubicBezTo>
                      <a:pt x="468924" y="329721"/>
                      <a:pt x="460227" y="338477"/>
                      <a:pt x="451010" y="346238"/>
                    </a:cubicBezTo>
                    <a:cubicBezTo>
                      <a:pt x="441703" y="354087"/>
                      <a:pt x="432218" y="361744"/>
                      <a:pt x="422495" y="369088"/>
                    </a:cubicBezTo>
                    <a:cubicBezTo>
                      <a:pt x="403495" y="383420"/>
                      <a:pt x="383544" y="396443"/>
                      <a:pt x="362701" y="407950"/>
                    </a:cubicBezTo>
                    <a:cubicBezTo>
                      <a:pt x="320657" y="431142"/>
                      <a:pt x="274481" y="449354"/>
                      <a:pt x="227412" y="459226"/>
                    </a:cubicBezTo>
                    <a:cubicBezTo>
                      <a:pt x="214790" y="461857"/>
                      <a:pt x="198690" y="464370"/>
                      <a:pt x="187406" y="456371"/>
                    </a:cubicBezTo>
                    <a:cubicBezTo>
                      <a:pt x="178827" y="450306"/>
                      <a:pt x="173133" y="437832"/>
                      <a:pt x="179154" y="428214"/>
                    </a:cubicBezTo>
                    <a:cubicBezTo>
                      <a:pt x="179586" y="427530"/>
                      <a:pt x="179719" y="426861"/>
                      <a:pt x="179734" y="426221"/>
                    </a:cubicBezTo>
                    <a:cubicBezTo>
                      <a:pt x="190141" y="420646"/>
                      <a:pt x="200072" y="414313"/>
                      <a:pt x="209260" y="408143"/>
                    </a:cubicBezTo>
                    <a:cubicBezTo>
                      <a:pt x="249609" y="381130"/>
                      <a:pt x="288738" y="352065"/>
                      <a:pt x="323720" y="318258"/>
                    </a:cubicBezTo>
                    <a:cubicBezTo>
                      <a:pt x="356174" y="286904"/>
                      <a:pt x="391706" y="248637"/>
                      <a:pt x="395006" y="201212"/>
                    </a:cubicBezTo>
                    <a:cubicBezTo>
                      <a:pt x="396656" y="177424"/>
                      <a:pt x="390085" y="153102"/>
                      <a:pt x="372453" y="136333"/>
                    </a:cubicBezTo>
                    <a:cubicBezTo>
                      <a:pt x="356352" y="121020"/>
                      <a:pt x="333681" y="114612"/>
                      <a:pt x="312391" y="121852"/>
                    </a:cubicBezTo>
                    <a:cubicBezTo>
                      <a:pt x="306489" y="123859"/>
                      <a:pt x="309998" y="132348"/>
                      <a:pt x="315810" y="130772"/>
                    </a:cubicBezTo>
                    <a:cubicBezTo>
                      <a:pt x="332075" y="126342"/>
                      <a:pt x="350302" y="132854"/>
                      <a:pt x="362701" y="143573"/>
                    </a:cubicBezTo>
                    <a:cubicBezTo>
                      <a:pt x="377359" y="156269"/>
                      <a:pt x="383484" y="175626"/>
                      <a:pt x="383336" y="194581"/>
                    </a:cubicBezTo>
                    <a:cubicBezTo>
                      <a:pt x="383024" y="237040"/>
                      <a:pt x="352710" y="271903"/>
                      <a:pt x="324627" y="300552"/>
                    </a:cubicBezTo>
                    <a:cubicBezTo>
                      <a:pt x="294715" y="331029"/>
                      <a:pt x="261056" y="357640"/>
                      <a:pt x="226223" y="382230"/>
                    </a:cubicBezTo>
                    <a:cubicBezTo>
                      <a:pt x="209022" y="394377"/>
                      <a:pt x="191657" y="406939"/>
                      <a:pt x="173104" y="416959"/>
                    </a:cubicBezTo>
                    <a:cubicBezTo>
                      <a:pt x="156022" y="426177"/>
                      <a:pt x="136858" y="433120"/>
                      <a:pt x="117175" y="431410"/>
                    </a:cubicBezTo>
                    <a:cubicBezTo>
                      <a:pt x="98457" y="429760"/>
                      <a:pt x="78848" y="420706"/>
                      <a:pt x="71875" y="402107"/>
                    </a:cubicBezTo>
                    <a:cubicBezTo>
                      <a:pt x="65973" y="386348"/>
                      <a:pt x="69838" y="367586"/>
                      <a:pt x="83813" y="357477"/>
                    </a:cubicBezTo>
                    <a:cubicBezTo>
                      <a:pt x="85820" y="356020"/>
                      <a:pt x="85151" y="353151"/>
                      <a:pt x="83456" y="352021"/>
                    </a:cubicBezTo>
                    <a:cubicBezTo>
                      <a:pt x="85464" y="351233"/>
                      <a:pt x="87441" y="350371"/>
                      <a:pt x="89374" y="349449"/>
                    </a:cubicBezTo>
                    <a:cubicBezTo>
                      <a:pt x="106411" y="341421"/>
                      <a:pt x="121337" y="329810"/>
                      <a:pt x="135743" y="317827"/>
                    </a:cubicBezTo>
                    <a:cubicBezTo>
                      <a:pt x="149748" y="306172"/>
                      <a:pt x="163618" y="294323"/>
                      <a:pt x="177192" y="282161"/>
                    </a:cubicBezTo>
                    <a:cubicBezTo>
                      <a:pt x="230133" y="234692"/>
                      <a:pt x="280546" y="180145"/>
                      <a:pt x="305062" y="112144"/>
                    </a:cubicBezTo>
                    <a:cubicBezTo>
                      <a:pt x="312034" y="92802"/>
                      <a:pt x="317951" y="69759"/>
                      <a:pt x="308972" y="50045"/>
                    </a:cubicBezTo>
                    <a:cubicBezTo>
                      <a:pt x="303649" y="38330"/>
                      <a:pt x="292395" y="28176"/>
                      <a:pt x="279625" y="25797"/>
                    </a:cubicBezTo>
                    <a:cubicBezTo>
                      <a:pt x="285943" y="19509"/>
                      <a:pt x="292024" y="13012"/>
                      <a:pt x="297777" y="6218"/>
                    </a:cubicBezTo>
                    <a:cubicBezTo>
                      <a:pt x="300260" y="3289"/>
                      <a:pt x="296186" y="-963"/>
                      <a:pt x="293124" y="1371"/>
                    </a:cubicBezTo>
                    <a:cubicBezTo>
                      <a:pt x="266170" y="21947"/>
                      <a:pt x="241476" y="45451"/>
                      <a:pt x="215132" y="66874"/>
                    </a:cubicBezTo>
                    <a:cubicBezTo>
                      <a:pt x="202198" y="77385"/>
                      <a:pt x="189041" y="87658"/>
                      <a:pt x="175809" y="97798"/>
                    </a:cubicBezTo>
                    <a:cubicBezTo>
                      <a:pt x="162102" y="108294"/>
                      <a:pt x="147785" y="118477"/>
                      <a:pt x="134985" y="130074"/>
                    </a:cubicBezTo>
                    <a:cubicBezTo>
                      <a:pt x="132621" y="132214"/>
                      <a:pt x="134554" y="137180"/>
                      <a:pt x="137929" y="135455"/>
                    </a:cubicBezTo>
                    <a:cubicBezTo>
                      <a:pt x="153004" y="127784"/>
                      <a:pt x="167053" y="117719"/>
                      <a:pt x="180716" y="107818"/>
                    </a:cubicBezTo>
                    <a:cubicBezTo>
                      <a:pt x="194765" y="97649"/>
                      <a:pt x="208427" y="86960"/>
                      <a:pt x="221897" y="76032"/>
                    </a:cubicBezTo>
                    <a:cubicBezTo>
                      <a:pt x="239261" y="61968"/>
                      <a:pt x="256759" y="47696"/>
                      <a:pt x="273009" y="32235"/>
                    </a:cubicBezTo>
                    <a:cubicBezTo>
                      <a:pt x="286449" y="33974"/>
                      <a:pt x="296662" y="45496"/>
                      <a:pt x="300230" y="58415"/>
                    </a:cubicBezTo>
                    <a:cubicBezTo>
                      <a:pt x="305077" y="76032"/>
                      <a:pt x="298937" y="95018"/>
                      <a:pt x="292648" y="111445"/>
                    </a:cubicBezTo>
                    <a:cubicBezTo>
                      <a:pt x="281171" y="141447"/>
                      <a:pt x="264475" y="169054"/>
                      <a:pt x="244777" y="194328"/>
                    </a:cubicBezTo>
                    <a:cubicBezTo>
                      <a:pt x="224602" y="220226"/>
                      <a:pt x="201529" y="243716"/>
                      <a:pt x="177356" y="265853"/>
                    </a:cubicBezTo>
                    <a:cubicBezTo>
                      <a:pt x="165254" y="276928"/>
                      <a:pt x="152855" y="287722"/>
                      <a:pt x="140337" y="298322"/>
                    </a:cubicBezTo>
                    <a:cubicBezTo>
                      <a:pt x="127730" y="309026"/>
                      <a:pt x="115123" y="319938"/>
                      <a:pt x="101297" y="329081"/>
                    </a:cubicBezTo>
                    <a:cubicBezTo>
                      <a:pt x="86356" y="338953"/>
                      <a:pt x="69630" y="346386"/>
                      <a:pt x="51493" y="346922"/>
                    </a:cubicBezTo>
                    <a:cubicBezTo>
                      <a:pt x="36061" y="347382"/>
                      <a:pt x="18815" y="342506"/>
                      <a:pt x="7710" y="331430"/>
                    </a:cubicBezTo>
                    <a:cubicBezTo>
                      <a:pt x="4290" y="328026"/>
                      <a:pt x="-1508" y="333601"/>
                      <a:pt x="1585" y="337318"/>
                    </a:cubicBezTo>
                    <a:cubicBezTo>
                      <a:pt x="11843" y="349642"/>
                      <a:pt x="25030" y="356555"/>
                      <a:pt x="40997" y="358310"/>
                    </a:cubicBezTo>
                    <a:cubicBezTo>
                      <a:pt x="52875" y="359603"/>
                      <a:pt x="64724" y="358131"/>
                      <a:pt x="76023" y="354623"/>
                    </a:cubicBezTo>
                    <a:cubicBezTo>
                      <a:pt x="64174" y="362844"/>
                      <a:pt x="59030" y="377577"/>
                      <a:pt x="59744" y="392013"/>
                    </a:cubicBezTo>
                    <a:cubicBezTo>
                      <a:pt x="60651" y="410700"/>
                      <a:pt x="71860" y="426206"/>
                      <a:pt x="88155" y="434889"/>
                    </a:cubicBezTo>
                    <a:cubicBezTo>
                      <a:pt x="115049" y="449220"/>
                      <a:pt x="143340" y="443511"/>
                      <a:pt x="169327" y="431440"/>
                    </a:cubicBezTo>
                    <a:cubicBezTo>
                      <a:pt x="166964" y="437892"/>
                      <a:pt x="167528" y="445459"/>
                      <a:pt x="170383" y="451733"/>
                    </a:cubicBezTo>
                    <a:cubicBezTo>
                      <a:pt x="175051" y="462006"/>
                      <a:pt x="183704" y="468785"/>
                      <a:pt x="194527" y="471699"/>
                    </a:cubicBezTo>
                    <a:cubicBezTo>
                      <a:pt x="208070" y="475326"/>
                      <a:pt x="222328" y="472576"/>
                      <a:pt x="235678" y="469454"/>
                    </a:cubicBezTo>
                    <a:cubicBezTo>
                      <a:pt x="248374" y="466496"/>
                      <a:pt x="260967" y="463091"/>
                      <a:pt x="273410" y="459226"/>
                    </a:cubicBezTo>
                    <a:cubicBezTo>
                      <a:pt x="283862" y="455955"/>
                      <a:pt x="294179" y="452283"/>
                      <a:pt x="304408" y="448358"/>
                    </a:cubicBezTo>
                    <a:cubicBezTo>
                      <a:pt x="300944" y="452387"/>
                      <a:pt x="297584" y="456475"/>
                      <a:pt x="294432" y="460742"/>
                    </a:cubicBezTo>
                    <a:cubicBezTo>
                      <a:pt x="285423" y="473007"/>
                      <a:pt x="277395" y="486060"/>
                      <a:pt x="270541" y="499649"/>
                    </a:cubicBezTo>
                    <a:cubicBezTo>
                      <a:pt x="263702" y="513267"/>
                      <a:pt x="257949" y="527450"/>
                      <a:pt x="253622" y="542049"/>
                    </a:cubicBezTo>
                    <a:cubicBezTo>
                      <a:pt x="249460" y="556098"/>
                      <a:pt x="245579" y="571679"/>
                      <a:pt x="246100" y="586441"/>
                    </a:cubicBezTo>
                    <a:cubicBezTo>
                      <a:pt x="246248" y="590143"/>
                      <a:pt x="252270" y="591318"/>
                      <a:pt x="253444" y="587631"/>
                    </a:cubicBezTo>
                    <a:cubicBezTo>
                      <a:pt x="257875" y="573775"/>
                      <a:pt x="260432" y="559324"/>
                      <a:pt x="264951" y="545439"/>
                    </a:cubicBezTo>
                    <a:cubicBezTo>
                      <a:pt x="269411" y="531702"/>
                      <a:pt x="274733" y="518277"/>
                      <a:pt x="281186" y="505358"/>
                    </a:cubicBezTo>
                    <a:cubicBezTo>
                      <a:pt x="287682" y="492379"/>
                      <a:pt x="295190" y="479935"/>
                      <a:pt x="303724" y="468190"/>
                    </a:cubicBezTo>
                    <a:cubicBezTo>
                      <a:pt x="307887" y="462481"/>
                      <a:pt x="312183" y="456877"/>
                      <a:pt x="316673" y="451406"/>
                    </a:cubicBezTo>
                    <a:cubicBezTo>
                      <a:pt x="320181" y="447154"/>
                      <a:pt x="324151" y="443140"/>
                      <a:pt x="327660" y="438829"/>
                    </a:cubicBezTo>
                    <a:cubicBezTo>
                      <a:pt x="358954" y="425032"/>
                      <a:pt x="388881" y="408128"/>
                      <a:pt x="416757" y="388355"/>
                    </a:cubicBezTo>
                    <a:cubicBezTo>
                      <a:pt x="428888" y="379733"/>
                      <a:pt x="440573" y="370545"/>
                      <a:pt x="451738" y="360718"/>
                    </a:cubicBezTo>
                    <a:cubicBezTo>
                      <a:pt x="462948" y="350861"/>
                      <a:pt x="475064" y="340053"/>
                      <a:pt x="483613" y="327758"/>
                    </a:cubicBezTo>
                    <a:cubicBezTo>
                      <a:pt x="485887" y="324473"/>
                      <a:pt x="482066" y="319953"/>
                      <a:pt x="478588" y="322525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6">
                <a:extLst>
                  <a:ext uri="{FF2B5EF4-FFF2-40B4-BE49-F238E27FC236}">
                    <a16:creationId xmlns:a16="http://schemas.microsoft.com/office/drawing/2014/main" id="{DD6BF3D9-02FB-FAF5-1DC1-683B224D142D}"/>
                  </a:ext>
                </a:extLst>
              </p:cNvPr>
              <p:cNvSpPr/>
              <p:nvPr/>
            </p:nvSpPr>
            <p:spPr>
              <a:xfrm flipH="1">
                <a:off x="6307523" y="3575744"/>
                <a:ext cx="107364" cy="60299"/>
              </a:xfrm>
              <a:custGeom>
                <a:avLst/>
                <a:gdLst/>
                <a:ahLst/>
                <a:cxnLst/>
                <a:rect l="l" t="t" r="r" b="b"/>
                <a:pathLst>
                  <a:path w="113313" h="63640" extrusionOk="0">
                    <a:moveTo>
                      <a:pt x="112525" y="57440"/>
                    </a:moveTo>
                    <a:cubicBezTo>
                      <a:pt x="103962" y="52237"/>
                      <a:pt x="94417" y="49620"/>
                      <a:pt x="85125" y="45978"/>
                    </a:cubicBezTo>
                    <a:cubicBezTo>
                      <a:pt x="75625" y="42246"/>
                      <a:pt x="66349" y="37980"/>
                      <a:pt x="57280" y="33267"/>
                    </a:cubicBezTo>
                    <a:cubicBezTo>
                      <a:pt x="56893" y="33074"/>
                      <a:pt x="56507" y="32836"/>
                      <a:pt x="56105" y="32613"/>
                    </a:cubicBezTo>
                    <a:cubicBezTo>
                      <a:pt x="60714" y="32256"/>
                      <a:pt x="65337" y="31825"/>
                      <a:pt x="69946" y="31200"/>
                    </a:cubicBezTo>
                    <a:cubicBezTo>
                      <a:pt x="83029" y="29461"/>
                      <a:pt x="96885" y="27320"/>
                      <a:pt x="109046" y="21968"/>
                    </a:cubicBezTo>
                    <a:cubicBezTo>
                      <a:pt x="112451" y="20466"/>
                      <a:pt x="111440" y="14936"/>
                      <a:pt x="107485" y="15397"/>
                    </a:cubicBezTo>
                    <a:cubicBezTo>
                      <a:pt x="94358" y="16943"/>
                      <a:pt x="81423" y="20511"/>
                      <a:pt x="68355" y="22578"/>
                    </a:cubicBezTo>
                    <a:cubicBezTo>
                      <a:pt x="60119" y="23871"/>
                      <a:pt x="51809" y="24808"/>
                      <a:pt x="43498" y="25610"/>
                    </a:cubicBezTo>
                    <a:cubicBezTo>
                      <a:pt x="39395" y="23187"/>
                      <a:pt x="35336" y="20675"/>
                      <a:pt x="31352" y="18073"/>
                    </a:cubicBezTo>
                    <a:cubicBezTo>
                      <a:pt x="22774" y="12513"/>
                      <a:pt x="14552" y="6224"/>
                      <a:pt x="5677" y="1169"/>
                    </a:cubicBezTo>
                    <a:cubicBezTo>
                      <a:pt x="2570" y="-585"/>
                      <a:pt x="-805" y="3890"/>
                      <a:pt x="1365" y="6536"/>
                    </a:cubicBezTo>
                    <a:cubicBezTo>
                      <a:pt x="8249" y="14906"/>
                      <a:pt x="16931" y="22028"/>
                      <a:pt x="26208" y="28331"/>
                    </a:cubicBezTo>
                    <a:cubicBezTo>
                      <a:pt x="25167" y="30264"/>
                      <a:pt x="26416" y="33386"/>
                      <a:pt x="29345" y="33445"/>
                    </a:cubicBezTo>
                    <a:cubicBezTo>
                      <a:pt x="30950" y="33475"/>
                      <a:pt x="32541" y="33445"/>
                      <a:pt x="34147" y="33460"/>
                    </a:cubicBezTo>
                    <a:cubicBezTo>
                      <a:pt x="40004" y="37043"/>
                      <a:pt x="45951" y="40388"/>
                      <a:pt x="51749" y="43495"/>
                    </a:cubicBezTo>
                    <a:cubicBezTo>
                      <a:pt x="60996" y="48476"/>
                      <a:pt x="70585" y="52861"/>
                      <a:pt x="80353" y="56727"/>
                    </a:cubicBezTo>
                    <a:cubicBezTo>
                      <a:pt x="90091" y="60562"/>
                      <a:pt x="99873" y="64398"/>
                      <a:pt x="110443" y="64413"/>
                    </a:cubicBezTo>
                    <a:cubicBezTo>
                      <a:pt x="113699" y="64413"/>
                      <a:pt x="115394" y="59195"/>
                      <a:pt x="112525" y="57440"/>
                    </a:cubicBezTo>
                    <a:close/>
                  </a:path>
                </a:pathLst>
              </a:custGeom>
              <a:solidFill>
                <a:srgbClr val="00628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6">
                <a:extLst>
                  <a:ext uri="{FF2B5EF4-FFF2-40B4-BE49-F238E27FC236}">
                    <a16:creationId xmlns:a16="http://schemas.microsoft.com/office/drawing/2014/main" id="{F4154FC4-E906-863E-74B3-F9BA216C202B}"/>
                  </a:ext>
                </a:extLst>
              </p:cNvPr>
              <p:cNvSpPr/>
              <p:nvPr/>
            </p:nvSpPr>
            <p:spPr>
              <a:xfrm flipH="1">
                <a:off x="6739284" y="2175883"/>
                <a:ext cx="852477" cy="767311"/>
              </a:xfrm>
              <a:custGeom>
                <a:avLst/>
                <a:gdLst/>
                <a:ahLst/>
                <a:cxnLst/>
                <a:rect l="l" t="t" r="r" b="b"/>
                <a:pathLst>
                  <a:path w="899712" h="809827" extrusionOk="0">
                    <a:moveTo>
                      <a:pt x="900207" y="810364"/>
                    </a:moveTo>
                    <a:cubicBezTo>
                      <a:pt x="900207" y="810364"/>
                      <a:pt x="534468" y="523449"/>
                      <a:pt x="339549" y="357000"/>
                    </a:cubicBezTo>
                    <a:cubicBezTo>
                      <a:pt x="190701" y="229918"/>
                      <a:pt x="55904" y="104040"/>
                      <a:pt x="495" y="51679"/>
                    </a:cubicBezTo>
                    <a:cubicBezTo>
                      <a:pt x="73566" y="18303"/>
                      <a:pt x="122165" y="537"/>
                      <a:pt x="122165" y="537"/>
                    </a:cubicBezTo>
                    <a:cubicBezTo>
                      <a:pt x="166513" y="10408"/>
                      <a:pt x="772635" y="606659"/>
                      <a:pt x="777541" y="577059"/>
                    </a:cubicBezTo>
                    <a:cubicBezTo>
                      <a:pt x="782491" y="547503"/>
                      <a:pt x="698702" y="138546"/>
                      <a:pt x="698702" y="138546"/>
                    </a:cubicBezTo>
                    <a:cubicBezTo>
                      <a:pt x="729952" y="144359"/>
                      <a:pt x="765320" y="157100"/>
                      <a:pt x="802993" y="174658"/>
                    </a:cubicBezTo>
                    <a:cubicBezTo>
                      <a:pt x="853347" y="326924"/>
                      <a:pt x="900207" y="810364"/>
                      <a:pt x="900207" y="8103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6">
                <a:extLst>
                  <a:ext uri="{FF2B5EF4-FFF2-40B4-BE49-F238E27FC236}">
                    <a16:creationId xmlns:a16="http://schemas.microsoft.com/office/drawing/2014/main" id="{29B664CC-8E33-8F02-5BE4-55ECBDBAB1BE}"/>
                  </a:ext>
                </a:extLst>
              </p:cNvPr>
              <p:cNvSpPr/>
              <p:nvPr/>
            </p:nvSpPr>
            <p:spPr>
              <a:xfrm flipH="1">
                <a:off x="6967137" y="3350969"/>
                <a:ext cx="952462" cy="700345"/>
              </a:xfrm>
              <a:custGeom>
                <a:avLst/>
                <a:gdLst/>
                <a:ahLst/>
                <a:cxnLst/>
                <a:rect l="l" t="t" r="r" b="b"/>
                <a:pathLst>
                  <a:path w="1005237" h="739150" extrusionOk="0">
                    <a:moveTo>
                      <a:pt x="432" y="597044"/>
                    </a:moveTo>
                    <a:lnTo>
                      <a:pt x="84207" y="739944"/>
                    </a:lnTo>
                    <a:cubicBezTo>
                      <a:pt x="84207" y="739944"/>
                      <a:pt x="552320" y="434415"/>
                      <a:pt x="690299" y="350641"/>
                    </a:cubicBezTo>
                    <a:cubicBezTo>
                      <a:pt x="828278" y="266895"/>
                      <a:pt x="941608" y="153551"/>
                      <a:pt x="941608" y="153551"/>
                    </a:cubicBezTo>
                    <a:lnTo>
                      <a:pt x="1005670" y="40221"/>
                    </a:lnTo>
                    <a:lnTo>
                      <a:pt x="966243" y="794"/>
                    </a:lnTo>
                    <a:cubicBezTo>
                      <a:pt x="966243" y="794"/>
                      <a:pt x="448847" y="207755"/>
                      <a:pt x="432" y="59704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6">
                <a:extLst>
                  <a:ext uri="{FF2B5EF4-FFF2-40B4-BE49-F238E27FC236}">
                    <a16:creationId xmlns:a16="http://schemas.microsoft.com/office/drawing/2014/main" id="{836568C4-ABB2-F501-267B-69493CD128E3}"/>
                  </a:ext>
                </a:extLst>
              </p:cNvPr>
              <p:cNvSpPr/>
              <p:nvPr/>
            </p:nvSpPr>
            <p:spPr>
              <a:xfrm flipH="1">
                <a:off x="7041861" y="2446637"/>
                <a:ext cx="600239" cy="855939"/>
              </a:xfrm>
              <a:custGeom>
                <a:avLst/>
                <a:gdLst/>
                <a:ahLst/>
                <a:cxnLst/>
                <a:rect l="l" t="t" r="r" b="b"/>
                <a:pathLst>
                  <a:path w="633498" h="903366" extrusionOk="0">
                    <a:moveTo>
                      <a:pt x="633578" y="897991"/>
                    </a:moveTo>
                    <a:cubicBezTo>
                      <a:pt x="617581" y="862177"/>
                      <a:pt x="596470" y="828444"/>
                      <a:pt x="577083" y="794384"/>
                    </a:cubicBezTo>
                    <a:cubicBezTo>
                      <a:pt x="557697" y="760295"/>
                      <a:pt x="538192" y="726264"/>
                      <a:pt x="518553" y="692294"/>
                    </a:cubicBezTo>
                    <a:cubicBezTo>
                      <a:pt x="479081" y="624099"/>
                      <a:pt x="439149" y="556173"/>
                      <a:pt x="398741" y="488529"/>
                    </a:cubicBezTo>
                    <a:cubicBezTo>
                      <a:pt x="358347" y="420899"/>
                      <a:pt x="317434" y="353537"/>
                      <a:pt x="276059" y="286488"/>
                    </a:cubicBezTo>
                    <a:cubicBezTo>
                      <a:pt x="240766" y="229266"/>
                      <a:pt x="206795" y="170214"/>
                      <a:pt x="164766" y="117556"/>
                    </a:cubicBezTo>
                    <a:cubicBezTo>
                      <a:pt x="127257" y="70577"/>
                      <a:pt x="82344" y="28816"/>
                      <a:pt x="25270" y="7467"/>
                    </a:cubicBezTo>
                    <a:cubicBezTo>
                      <a:pt x="18402" y="4910"/>
                      <a:pt x="11400" y="2695"/>
                      <a:pt x="4338" y="717"/>
                    </a:cubicBezTo>
                    <a:cubicBezTo>
                      <a:pt x="681" y="-294"/>
                      <a:pt x="-1237" y="5995"/>
                      <a:pt x="2420" y="7125"/>
                    </a:cubicBezTo>
                    <a:cubicBezTo>
                      <a:pt x="60044" y="24742"/>
                      <a:pt x="107350" y="65715"/>
                      <a:pt x="145172" y="111371"/>
                    </a:cubicBezTo>
                    <a:cubicBezTo>
                      <a:pt x="186814" y="161651"/>
                      <a:pt x="220101" y="218264"/>
                      <a:pt x="254279" y="273673"/>
                    </a:cubicBezTo>
                    <a:cubicBezTo>
                      <a:pt x="295282" y="340142"/>
                      <a:pt x="335809" y="406895"/>
                      <a:pt x="375905" y="473914"/>
                    </a:cubicBezTo>
                    <a:cubicBezTo>
                      <a:pt x="415823" y="540607"/>
                      <a:pt x="455294" y="607597"/>
                      <a:pt x="494290" y="674855"/>
                    </a:cubicBezTo>
                    <a:cubicBezTo>
                      <a:pt x="533286" y="742083"/>
                      <a:pt x="571122" y="810009"/>
                      <a:pt x="610073" y="877267"/>
                    </a:cubicBezTo>
                    <a:cubicBezTo>
                      <a:pt x="615024" y="885815"/>
                      <a:pt x="620287" y="894082"/>
                      <a:pt x="625876" y="902228"/>
                    </a:cubicBezTo>
                    <a:cubicBezTo>
                      <a:pt x="628656" y="906287"/>
                      <a:pt x="635644" y="902600"/>
                      <a:pt x="633578" y="89799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6">
                <a:extLst>
                  <a:ext uri="{FF2B5EF4-FFF2-40B4-BE49-F238E27FC236}">
                    <a16:creationId xmlns:a16="http://schemas.microsoft.com/office/drawing/2014/main" id="{20F7BC01-F3D6-2831-6487-90AD1C0CDF1C}"/>
                  </a:ext>
                </a:extLst>
              </p:cNvPr>
              <p:cNvSpPr/>
              <p:nvPr/>
            </p:nvSpPr>
            <p:spPr>
              <a:xfrm flipH="1">
                <a:off x="7915144" y="3805036"/>
                <a:ext cx="63741" cy="113548"/>
              </a:xfrm>
              <a:custGeom>
                <a:avLst/>
                <a:gdLst/>
                <a:ahLst/>
                <a:cxnLst/>
                <a:rect l="l" t="t" r="r" b="b"/>
                <a:pathLst>
                  <a:path w="67273" h="119840" extrusionOk="0">
                    <a:moveTo>
                      <a:pt x="67415" y="115412"/>
                    </a:moveTo>
                    <a:cubicBezTo>
                      <a:pt x="64620" y="105213"/>
                      <a:pt x="58614" y="95461"/>
                      <a:pt x="53634" y="86154"/>
                    </a:cubicBezTo>
                    <a:cubicBezTo>
                      <a:pt x="48534" y="76595"/>
                      <a:pt x="43390" y="67050"/>
                      <a:pt x="38202" y="57535"/>
                    </a:cubicBezTo>
                    <a:cubicBezTo>
                      <a:pt x="27973" y="38773"/>
                      <a:pt x="16927" y="20561"/>
                      <a:pt x="6149" y="2141"/>
                    </a:cubicBezTo>
                    <a:cubicBezTo>
                      <a:pt x="4335" y="-936"/>
                      <a:pt x="-958" y="1948"/>
                      <a:pt x="603" y="5189"/>
                    </a:cubicBezTo>
                    <a:cubicBezTo>
                      <a:pt x="10014" y="24605"/>
                      <a:pt x="19128" y="44155"/>
                      <a:pt x="29118" y="63318"/>
                    </a:cubicBezTo>
                    <a:cubicBezTo>
                      <a:pt x="34128" y="72922"/>
                      <a:pt x="39198" y="82497"/>
                      <a:pt x="44282" y="92041"/>
                    </a:cubicBezTo>
                    <a:cubicBezTo>
                      <a:pt x="49159" y="101155"/>
                      <a:pt x="53827" y="111309"/>
                      <a:pt x="60591" y="119159"/>
                    </a:cubicBezTo>
                    <a:cubicBezTo>
                      <a:pt x="63550" y="122578"/>
                      <a:pt x="68604" y="119708"/>
                      <a:pt x="67415" y="115412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6">
                <a:extLst>
                  <a:ext uri="{FF2B5EF4-FFF2-40B4-BE49-F238E27FC236}">
                    <a16:creationId xmlns:a16="http://schemas.microsoft.com/office/drawing/2014/main" id="{EA62ACD6-C1B0-E13D-9AA7-67A93E2312FC}"/>
                  </a:ext>
                </a:extLst>
              </p:cNvPr>
              <p:cNvSpPr/>
              <p:nvPr/>
            </p:nvSpPr>
            <p:spPr>
              <a:xfrm flipH="1">
                <a:off x="6473577" y="3473791"/>
                <a:ext cx="21073" cy="160685"/>
              </a:xfrm>
              <a:custGeom>
                <a:avLst/>
                <a:gdLst/>
                <a:ahLst/>
                <a:cxnLst/>
                <a:rect l="l" t="t" r="r" b="b"/>
                <a:pathLst>
                  <a:path w="22241" h="169588" extrusionOk="0">
                    <a:moveTo>
                      <a:pt x="20749" y="127451"/>
                    </a:moveTo>
                    <a:cubicBezTo>
                      <a:pt x="19544" y="113551"/>
                      <a:pt x="18221" y="99636"/>
                      <a:pt x="16824" y="85750"/>
                    </a:cubicBezTo>
                    <a:cubicBezTo>
                      <a:pt x="14059" y="58365"/>
                      <a:pt x="11710" y="30727"/>
                      <a:pt x="7116" y="3581"/>
                    </a:cubicBezTo>
                    <a:cubicBezTo>
                      <a:pt x="6417" y="-567"/>
                      <a:pt x="604" y="42"/>
                      <a:pt x="649" y="4220"/>
                    </a:cubicBezTo>
                    <a:cubicBezTo>
                      <a:pt x="976" y="31768"/>
                      <a:pt x="3592" y="59376"/>
                      <a:pt x="5748" y="86835"/>
                    </a:cubicBezTo>
                    <a:cubicBezTo>
                      <a:pt x="6818" y="100394"/>
                      <a:pt x="7993" y="113952"/>
                      <a:pt x="9227" y="127496"/>
                    </a:cubicBezTo>
                    <a:cubicBezTo>
                      <a:pt x="10446" y="140787"/>
                      <a:pt x="10951" y="155134"/>
                      <a:pt x="14876" y="167919"/>
                    </a:cubicBezTo>
                    <a:cubicBezTo>
                      <a:pt x="16006" y="171606"/>
                      <a:pt x="21878" y="170892"/>
                      <a:pt x="22324" y="167161"/>
                    </a:cubicBezTo>
                    <a:cubicBezTo>
                      <a:pt x="23871" y="154227"/>
                      <a:pt x="21878" y="140371"/>
                      <a:pt x="20749" y="12745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6">
                <a:extLst>
                  <a:ext uri="{FF2B5EF4-FFF2-40B4-BE49-F238E27FC236}">
                    <a16:creationId xmlns:a16="http://schemas.microsoft.com/office/drawing/2014/main" id="{28236AA8-39E3-2A2A-AA88-F6C281EFE4C8}"/>
                  </a:ext>
                </a:extLst>
              </p:cNvPr>
              <p:cNvSpPr/>
              <p:nvPr/>
            </p:nvSpPr>
            <p:spPr>
              <a:xfrm flipH="1">
                <a:off x="6611880" y="2583183"/>
                <a:ext cx="46148" cy="188388"/>
              </a:xfrm>
              <a:custGeom>
                <a:avLst/>
                <a:gdLst/>
                <a:ahLst/>
                <a:cxnLst/>
                <a:rect l="l" t="t" r="r" b="b"/>
                <a:pathLst>
                  <a:path w="48705" h="198826" extrusionOk="0">
                    <a:moveTo>
                      <a:pt x="35122" y="137301"/>
                    </a:moveTo>
                    <a:cubicBezTo>
                      <a:pt x="38809" y="119118"/>
                      <a:pt x="41010" y="100579"/>
                      <a:pt x="43492" y="82189"/>
                    </a:cubicBezTo>
                    <a:cubicBezTo>
                      <a:pt x="45901" y="64349"/>
                      <a:pt x="49246" y="45944"/>
                      <a:pt x="49320" y="27910"/>
                    </a:cubicBezTo>
                    <a:cubicBezTo>
                      <a:pt x="49335" y="23643"/>
                      <a:pt x="43225" y="24075"/>
                      <a:pt x="42303" y="27672"/>
                    </a:cubicBezTo>
                    <a:cubicBezTo>
                      <a:pt x="37828" y="45156"/>
                      <a:pt x="36490" y="63903"/>
                      <a:pt x="34334" y="81773"/>
                    </a:cubicBezTo>
                    <a:cubicBezTo>
                      <a:pt x="32803" y="94350"/>
                      <a:pt x="31168" y="106942"/>
                      <a:pt x="29963" y="119565"/>
                    </a:cubicBezTo>
                    <a:cubicBezTo>
                      <a:pt x="28581" y="112428"/>
                      <a:pt x="27198" y="105292"/>
                      <a:pt x="25890" y="98186"/>
                    </a:cubicBezTo>
                    <a:cubicBezTo>
                      <a:pt x="20018" y="66237"/>
                      <a:pt x="14428" y="34095"/>
                      <a:pt x="6608" y="2532"/>
                    </a:cubicBezTo>
                    <a:cubicBezTo>
                      <a:pt x="5745" y="-917"/>
                      <a:pt x="274" y="555"/>
                      <a:pt x="631" y="3945"/>
                    </a:cubicBezTo>
                    <a:cubicBezTo>
                      <a:pt x="4065" y="36592"/>
                      <a:pt x="9923" y="69017"/>
                      <a:pt x="15364" y="101367"/>
                    </a:cubicBezTo>
                    <a:cubicBezTo>
                      <a:pt x="20746" y="133286"/>
                      <a:pt x="24953" y="166142"/>
                      <a:pt x="34319" y="197184"/>
                    </a:cubicBezTo>
                    <a:cubicBezTo>
                      <a:pt x="35494" y="201079"/>
                      <a:pt x="41247" y="199355"/>
                      <a:pt x="41039" y="195594"/>
                    </a:cubicBezTo>
                    <a:cubicBezTo>
                      <a:pt x="39999" y="176846"/>
                      <a:pt x="37085" y="158144"/>
                      <a:pt x="33710" y="139516"/>
                    </a:cubicBezTo>
                    <a:cubicBezTo>
                      <a:pt x="34379" y="139085"/>
                      <a:pt x="34914" y="138371"/>
                      <a:pt x="35122" y="137301"/>
                    </a:cubicBezTo>
                    <a:close/>
                  </a:path>
                </a:pathLst>
              </a:custGeom>
              <a:solidFill>
                <a:srgbClr val="04183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6">
                <a:extLst>
                  <a:ext uri="{FF2B5EF4-FFF2-40B4-BE49-F238E27FC236}">
                    <a16:creationId xmlns:a16="http://schemas.microsoft.com/office/drawing/2014/main" id="{700AAEE3-B380-DF94-D0D1-7F08CE767809}"/>
                  </a:ext>
                </a:extLst>
              </p:cNvPr>
              <p:cNvSpPr/>
              <p:nvPr/>
            </p:nvSpPr>
            <p:spPr>
              <a:xfrm flipH="1">
                <a:off x="6743547" y="1453193"/>
                <a:ext cx="753253" cy="597743"/>
              </a:xfrm>
              <a:custGeom>
                <a:avLst/>
                <a:gdLst/>
                <a:ahLst/>
                <a:cxnLst/>
                <a:rect l="l" t="t" r="r" b="b"/>
                <a:pathLst>
                  <a:path w="794990" h="630863" extrusionOk="0">
                    <a:moveTo>
                      <a:pt x="795495" y="58335"/>
                    </a:moveTo>
                    <a:lnTo>
                      <a:pt x="794410" y="141723"/>
                    </a:lnTo>
                    <a:lnTo>
                      <a:pt x="794232" y="153810"/>
                    </a:lnTo>
                    <a:lnTo>
                      <a:pt x="794098" y="165124"/>
                    </a:lnTo>
                    <a:lnTo>
                      <a:pt x="793979" y="176259"/>
                    </a:lnTo>
                    <a:lnTo>
                      <a:pt x="792671" y="275094"/>
                    </a:lnTo>
                    <a:lnTo>
                      <a:pt x="792537" y="285754"/>
                    </a:lnTo>
                    <a:lnTo>
                      <a:pt x="792061" y="322638"/>
                    </a:lnTo>
                    <a:lnTo>
                      <a:pt x="791898" y="335989"/>
                    </a:lnTo>
                    <a:lnTo>
                      <a:pt x="791109" y="395590"/>
                    </a:lnTo>
                    <a:cubicBezTo>
                      <a:pt x="791109" y="395590"/>
                      <a:pt x="725398" y="605852"/>
                      <a:pt x="436282" y="629951"/>
                    </a:cubicBezTo>
                    <a:cubicBezTo>
                      <a:pt x="147226" y="654005"/>
                      <a:pt x="505" y="327708"/>
                      <a:pt x="505" y="327708"/>
                    </a:cubicBezTo>
                    <a:lnTo>
                      <a:pt x="1590" y="302315"/>
                    </a:lnTo>
                    <a:lnTo>
                      <a:pt x="2111" y="290466"/>
                    </a:lnTo>
                    <a:lnTo>
                      <a:pt x="2274" y="286660"/>
                    </a:lnTo>
                    <a:lnTo>
                      <a:pt x="2750" y="275733"/>
                    </a:lnTo>
                    <a:lnTo>
                      <a:pt x="7924" y="155802"/>
                    </a:lnTo>
                    <a:lnTo>
                      <a:pt x="8295" y="145797"/>
                    </a:lnTo>
                    <a:lnTo>
                      <a:pt x="8786" y="135004"/>
                    </a:lnTo>
                    <a:lnTo>
                      <a:pt x="8786" y="134959"/>
                    </a:lnTo>
                    <a:lnTo>
                      <a:pt x="9217" y="124820"/>
                    </a:lnTo>
                    <a:lnTo>
                      <a:pt x="11417" y="73678"/>
                    </a:lnTo>
                    <a:cubicBezTo>
                      <a:pt x="539235" y="-81815"/>
                      <a:pt x="795495" y="58335"/>
                      <a:pt x="795495" y="583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6">
                <a:extLst>
                  <a:ext uri="{FF2B5EF4-FFF2-40B4-BE49-F238E27FC236}">
                    <a16:creationId xmlns:a16="http://schemas.microsoft.com/office/drawing/2014/main" id="{840E417D-7A84-BD0E-955D-8BED456266B8}"/>
                  </a:ext>
                </a:extLst>
              </p:cNvPr>
              <p:cNvSpPr/>
              <p:nvPr/>
            </p:nvSpPr>
            <p:spPr>
              <a:xfrm flipH="1">
                <a:off x="7246097" y="1727722"/>
                <a:ext cx="249676" cy="133183"/>
              </a:xfrm>
              <a:custGeom>
                <a:avLst/>
                <a:gdLst/>
                <a:ahLst/>
                <a:cxnLst/>
                <a:rect l="l" t="t" r="r" b="b"/>
                <a:pathLst>
                  <a:path w="263510" h="140563" extrusionOk="0">
                    <a:moveTo>
                      <a:pt x="260336" y="140812"/>
                    </a:moveTo>
                    <a:cubicBezTo>
                      <a:pt x="234810" y="133274"/>
                      <a:pt x="209937" y="123269"/>
                      <a:pt x="185437" y="112847"/>
                    </a:cubicBezTo>
                    <a:cubicBezTo>
                      <a:pt x="120736" y="85329"/>
                      <a:pt x="58786" y="51447"/>
                      <a:pt x="449" y="12214"/>
                    </a:cubicBezTo>
                    <a:lnTo>
                      <a:pt x="969" y="365"/>
                    </a:lnTo>
                    <a:cubicBezTo>
                      <a:pt x="4046" y="2505"/>
                      <a:pt x="7154" y="4631"/>
                      <a:pt x="10276" y="6698"/>
                    </a:cubicBezTo>
                    <a:cubicBezTo>
                      <a:pt x="49509" y="32878"/>
                      <a:pt x="90393" y="56502"/>
                      <a:pt x="132481" y="77791"/>
                    </a:cubicBezTo>
                    <a:cubicBezTo>
                      <a:pt x="174733" y="99199"/>
                      <a:pt x="218516" y="116460"/>
                      <a:pt x="262165" y="134746"/>
                    </a:cubicBezTo>
                    <a:cubicBezTo>
                      <a:pt x="265450" y="136129"/>
                      <a:pt x="263860" y="141808"/>
                      <a:pt x="260336" y="14081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6">
                <a:extLst>
                  <a:ext uri="{FF2B5EF4-FFF2-40B4-BE49-F238E27FC236}">
                    <a16:creationId xmlns:a16="http://schemas.microsoft.com/office/drawing/2014/main" id="{297BE784-141E-9156-16F7-EAA49D8FC980}"/>
                  </a:ext>
                </a:extLst>
              </p:cNvPr>
              <p:cNvSpPr/>
              <p:nvPr/>
            </p:nvSpPr>
            <p:spPr>
              <a:xfrm flipH="1">
                <a:off x="7216523" y="1713780"/>
                <a:ext cx="278603" cy="78081"/>
              </a:xfrm>
              <a:custGeom>
                <a:avLst/>
                <a:gdLst/>
                <a:ahLst/>
                <a:cxnLst/>
                <a:rect l="l" t="t" r="r" b="b"/>
                <a:pathLst>
                  <a:path w="294040" h="82407" extrusionOk="0">
                    <a:moveTo>
                      <a:pt x="291426" y="82762"/>
                    </a:moveTo>
                    <a:cubicBezTo>
                      <a:pt x="264904" y="82197"/>
                      <a:pt x="238025" y="78035"/>
                      <a:pt x="211933" y="73441"/>
                    </a:cubicBezTo>
                    <a:cubicBezTo>
                      <a:pt x="139457" y="60789"/>
                      <a:pt x="68334" y="39723"/>
                      <a:pt x="452" y="11283"/>
                    </a:cubicBezTo>
                    <a:lnTo>
                      <a:pt x="928" y="355"/>
                    </a:lnTo>
                    <a:cubicBezTo>
                      <a:pt x="6131" y="2571"/>
                      <a:pt x="11335" y="4696"/>
                      <a:pt x="16583" y="6823"/>
                    </a:cubicBezTo>
                    <a:cubicBezTo>
                      <a:pt x="60485" y="24499"/>
                      <a:pt x="105650" y="39024"/>
                      <a:pt x="151678" y="50249"/>
                    </a:cubicBezTo>
                    <a:cubicBezTo>
                      <a:pt x="174751" y="55883"/>
                      <a:pt x="197973" y="60655"/>
                      <a:pt x="221344" y="64818"/>
                    </a:cubicBezTo>
                    <a:cubicBezTo>
                      <a:pt x="244700" y="68966"/>
                      <a:pt x="268338" y="71582"/>
                      <a:pt x="291649" y="75775"/>
                    </a:cubicBezTo>
                    <a:cubicBezTo>
                      <a:pt x="295455" y="76429"/>
                      <a:pt x="295500" y="82807"/>
                      <a:pt x="291426" y="8276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6">
                <a:extLst>
                  <a:ext uri="{FF2B5EF4-FFF2-40B4-BE49-F238E27FC236}">
                    <a16:creationId xmlns:a16="http://schemas.microsoft.com/office/drawing/2014/main" id="{FC248C3D-8189-2273-007E-A5682790E08D}"/>
                  </a:ext>
                </a:extLst>
              </p:cNvPr>
              <p:cNvSpPr/>
              <p:nvPr/>
            </p:nvSpPr>
            <p:spPr>
              <a:xfrm flipH="1">
                <a:off x="7258223" y="1563736"/>
                <a:ext cx="230741" cy="16852"/>
              </a:xfrm>
              <a:custGeom>
                <a:avLst/>
                <a:gdLst/>
                <a:ahLst/>
                <a:cxnLst/>
                <a:rect l="l" t="t" r="r" b="b"/>
                <a:pathLst>
                  <a:path w="243526" h="17786" extrusionOk="0">
                    <a:moveTo>
                      <a:pt x="448" y="18101"/>
                    </a:moveTo>
                    <a:lnTo>
                      <a:pt x="879" y="7962"/>
                    </a:lnTo>
                    <a:cubicBezTo>
                      <a:pt x="1831" y="7828"/>
                      <a:pt x="2827" y="7739"/>
                      <a:pt x="3778" y="7605"/>
                    </a:cubicBezTo>
                    <a:cubicBezTo>
                      <a:pt x="43309" y="3234"/>
                      <a:pt x="83019" y="811"/>
                      <a:pt x="122758" y="380"/>
                    </a:cubicBezTo>
                    <a:cubicBezTo>
                      <a:pt x="162200" y="-7"/>
                      <a:pt x="201820" y="1242"/>
                      <a:pt x="240920" y="6445"/>
                    </a:cubicBezTo>
                    <a:cubicBezTo>
                      <a:pt x="245826" y="7100"/>
                      <a:pt x="244384" y="14072"/>
                      <a:pt x="239701" y="13849"/>
                    </a:cubicBezTo>
                    <a:cubicBezTo>
                      <a:pt x="217252" y="12853"/>
                      <a:pt x="194803" y="11604"/>
                      <a:pt x="172309" y="11039"/>
                    </a:cubicBezTo>
                    <a:cubicBezTo>
                      <a:pt x="114878" y="9523"/>
                      <a:pt x="57492" y="11738"/>
                      <a:pt x="448" y="1810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6">
                <a:extLst>
                  <a:ext uri="{FF2B5EF4-FFF2-40B4-BE49-F238E27FC236}">
                    <a16:creationId xmlns:a16="http://schemas.microsoft.com/office/drawing/2014/main" id="{23DE9A18-8D54-761F-D769-C48C79D84226}"/>
                  </a:ext>
                </a:extLst>
              </p:cNvPr>
              <p:cNvSpPr/>
              <p:nvPr/>
            </p:nvSpPr>
            <p:spPr>
              <a:xfrm flipH="1">
                <a:off x="7216757" y="1590823"/>
                <a:ext cx="273023" cy="59507"/>
              </a:xfrm>
              <a:custGeom>
                <a:avLst/>
                <a:gdLst/>
                <a:ahLst/>
                <a:cxnLst/>
                <a:rect l="l" t="t" r="r" b="b"/>
                <a:pathLst>
                  <a:path w="288151" h="62804" extrusionOk="0">
                    <a:moveTo>
                      <a:pt x="285213" y="63079"/>
                    </a:moveTo>
                    <a:cubicBezTo>
                      <a:pt x="259686" y="58916"/>
                      <a:pt x="234204" y="54500"/>
                      <a:pt x="208708" y="49817"/>
                    </a:cubicBezTo>
                    <a:cubicBezTo>
                      <a:pt x="139235" y="37166"/>
                      <a:pt x="69836" y="23726"/>
                      <a:pt x="453" y="10331"/>
                    </a:cubicBezTo>
                    <a:lnTo>
                      <a:pt x="824" y="326"/>
                    </a:lnTo>
                    <a:cubicBezTo>
                      <a:pt x="5641" y="1232"/>
                      <a:pt x="10503" y="2184"/>
                      <a:pt x="15320" y="3091"/>
                    </a:cubicBezTo>
                    <a:cubicBezTo>
                      <a:pt x="105680" y="20515"/>
                      <a:pt x="196324" y="37210"/>
                      <a:pt x="286223" y="57147"/>
                    </a:cubicBezTo>
                    <a:cubicBezTo>
                      <a:pt x="289940" y="57964"/>
                      <a:pt x="289078" y="63733"/>
                      <a:pt x="285213" y="6307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6">
                <a:extLst>
                  <a:ext uri="{FF2B5EF4-FFF2-40B4-BE49-F238E27FC236}">
                    <a16:creationId xmlns:a16="http://schemas.microsoft.com/office/drawing/2014/main" id="{ACAEC632-3851-94D3-9B30-A8B93D6811CD}"/>
                  </a:ext>
                </a:extLst>
              </p:cNvPr>
              <p:cNvSpPr/>
              <p:nvPr/>
            </p:nvSpPr>
            <p:spPr>
              <a:xfrm flipH="1">
                <a:off x="6745511" y="1601106"/>
                <a:ext cx="249439" cy="18565"/>
              </a:xfrm>
              <a:custGeom>
                <a:avLst/>
                <a:gdLst/>
                <a:ahLst/>
                <a:cxnLst/>
                <a:rect l="l" t="t" r="r" b="b"/>
                <a:pathLst>
                  <a:path w="263260" h="19594" extrusionOk="0">
                    <a:moveTo>
                      <a:pt x="70330" y="1632"/>
                    </a:moveTo>
                    <a:cubicBezTo>
                      <a:pt x="134837" y="3802"/>
                      <a:pt x="199330" y="6181"/>
                      <a:pt x="263822" y="8783"/>
                    </a:cubicBezTo>
                    <a:lnTo>
                      <a:pt x="263703" y="19918"/>
                    </a:lnTo>
                    <a:cubicBezTo>
                      <a:pt x="256017" y="19620"/>
                      <a:pt x="248390" y="19308"/>
                      <a:pt x="240719" y="19011"/>
                    </a:cubicBezTo>
                    <a:cubicBezTo>
                      <a:pt x="161657" y="15800"/>
                      <a:pt x="82253" y="13555"/>
                      <a:pt x="3414" y="7221"/>
                    </a:cubicBezTo>
                    <a:cubicBezTo>
                      <a:pt x="-525" y="6924"/>
                      <a:pt x="-317" y="323"/>
                      <a:pt x="3622" y="323"/>
                    </a:cubicBezTo>
                    <a:cubicBezTo>
                      <a:pt x="25863" y="323"/>
                      <a:pt x="48104" y="903"/>
                      <a:pt x="70330" y="163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6">
                <a:extLst>
                  <a:ext uri="{FF2B5EF4-FFF2-40B4-BE49-F238E27FC236}">
                    <a16:creationId xmlns:a16="http://schemas.microsoft.com/office/drawing/2014/main" id="{696513C2-2292-850A-261E-BC75B6AEACB9}"/>
                  </a:ext>
                </a:extLst>
              </p:cNvPr>
              <p:cNvSpPr/>
              <p:nvPr/>
            </p:nvSpPr>
            <p:spPr>
              <a:xfrm flipH="1">
                <a:off x="6745257" y="1534528"/>
                <a:ext cx="216624" cy="63958"/>
              </a:xfrm>
              <a:custGeom>
                <a:avLst/>
                <a:gdLst/>
                <a:ahLst/>
                <a:cxnLst/>
                <a:rect l="l" t="t" r="r" b="b"/>
                <a:pathLst>
                  <a:path w="228627" h="67502" extrusionOk="0">
                    <a:moveTo>
                      <a:pt x="229193" y="55729"/>
                    </a:moveTo>
                    <a:lnTo>
                      <a:pt x="229015" y="67816"/>
                    </a:lnTo>
                    <a:cubicBezTo>
                      <a:pt x="224807" y="65690"/>
                      <a:pt x="220571" y="63653"/>
                      <a:pt x="216318" y="61661"/>
                    </a:cubicBezTo>
                    <a:cubicBezTo>
                      <a:pt x="182809" y="45977"/>
                      <a:pt x="147782" y="33414"/>
                      <a:pt x="111894" y="24345"/>
                    </a:cubicBezTo>
                    <a:cubicBezTo>
                      <a:pt x="75961" y="15336"/>
                      <a:pt x="39775" y="10653"/>
                      <a:pt x="3053" y="6446"/>
                    </a:cubicBezTo>
                    <a:cubicBezTo>
                      <a:pt x="-366" y="6014"/>
                      <a:pt x="-232" y="380"/>
                      <a:pt x="3276" y="335"/>
                    </a:cubicBezTo>
                    <a:cubicBezTo>
                      <a:pt x="24298" y="68"/>
                      <a:pt x="45588" y="2283"/>
                      <a:pt x="66386" y="5450"/>
                    </a:cubicBezTo>
                    <a:cubicBezTo>
                      <a:pt x="122732" y="13938"/>
                      <a:pt x="177828" y="30976"/>
                      <a:pt x="229193" y="55729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6">
                <a:extLst>
                  <a:ext uri="{FF2B5EF4-FFF2-40B4-BE49-F238E27FC236}">
                    <a16:creationId xmlns:a16="http://schemas.microsoft.com/office/drawing/2014/main" id="{A37A66D6-9913-2962-0FF1-6A8C704ABEEE}"/>
                  </a:ext>
                </a:extLst>
              </p:cNvPr>
              <p:cNvSpPr/>
              <p:nvPr/>
            </p:nvSpPr>
            <p:spPr>
              <a:xfrm flipH="1">
                <a:off x="6747524" y="1758166"/>
                <a:ext cx="181987" cy="86927"/>
              </a:xfrm>
              <a:custGeom>
                <a:avLst/>
                <a:gdLst/>
                <a:ahLst/>
                <a:cxnLst/>
                <a:rect l="l" t="t" r="r" b="b"/>
                <a:pathLst>
                  <a:path w="192071" h="91744" extrusionOk="0">
                    <a:moveTo>
                      <a:pt x="69423" y="63521"/>
                    </a:moveTo>
                    <a:cubicBezTo>
                      <a:pt x="112760" y="47316"/>
                      <a:pt x="154194" y="26116"/>
                      <a:pt x="192640" y="366"/>
                    </a:cubicBezTo>
                    <a:lnTo>
                      <a:pt x="192476" y="13717"/>
                    </a:lnTo>
                    <a:cubicBezTo>
                      <a:pt x="135432" y="51166"/>
                      <a:pt x="71148" y="79473"/>
                      <a:pt x="4574" y="92050"/>
                    </a:cubicBezTo>
                    <a:cubicBezTo>
                      <a:pt x="456" y="92823"/>
                      <a:pt x="-1105" y="86014"/>
                      <a:pt x="2879" y="84899"/>
                    </a:cubicBezTo>
                    <a:cubicBezTo>
                      <a:pt x="25284" y="78521"/>
                      <a:pt x="47569" y="71712"/>
                      <a:pt x="69423" y="63521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6">
                <a:extLst>
                  <a:ext uri="{FF2B5EF4-FFF2-40B4-BE49-F238E27FC236}">
                    <a16:creationId xmlns:a16="http://schemas.microsoft.com/office/drawing/2014/main" id="{657BCDF2-E43A-1C00-CE84-1CEDB90387EE}"/>
                  </a:ext>
                </a:extLst>
              </p:cNvPr>
              <p:cNvSpPr/>
              <p:nvPr/>
            </p:nvSpPr>
            <p:spPr>
              <a:xfrm flipH="1">
                <a:off x="6746911" y="1713175"/>
                <a:ext cx="210383" cy="65455"/>
              </a:xfrm>
              <a:custGeom>
                <a:avLst/>
                <a:gdLst/>
                <a:ahLst/>
                <a:cxnLst/>
                <a:rect l="l" t="t" r="r" b="b"/>
                <a:pathLst>
                  <a:path w="222040" h="69082" extrusionOk="0">
                    <a:moveTo>
                      <a:pt x="222606" y="354"/>
                    </a:moveTo>
                    <a:lnTo>
                      <a:pt x="222472" y="11013"/>
                    </a:lnTo>
                    <a:cubicBezTo>
                      <a:pt x="150056" y="30742"/>
                      <a:pt x="77535" y="49979"/>
                      <a:pt x="5015" y="69306"/>
                    </a:cubicBezTo>
                    <a:cubicBezTo>
                      <a:pt x="986" y="70392"/>
                      <a:pt x="-1393" y="64370"/>
                      <a:pt x="2681" y="63151"/>
                    </a:cubicBezTo>
                    <a:cubicBezTo>
                      <a:pt x="25516" y="56610"/>
                      <a:pt x="48322" y="49890"/>
                      <a:pt x="71158" y="43304"/>
                    </a:cubicBezTo>
                    <a:cubicBezTo>
                      <a:pt x="121571" y="28779"/>
                      <a:pt x="172074" y="14477"/>
                      <a:pt x="222606" y="35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6">
                <a:extLst>
                  <a:ext uri="{FF2B5EF4-FFF2-40B4-BE49-F238E27FC236}">
                    <a16:creationId xmlns:a16="http://schemas.microsoft.com/office/drawing/2014/main" id="{9ECC1EFF-26C3-8EDF-A95A-B17F18C3686F}"/>
                  </a:ext>
                </a:extLst>
              </p:cNvPr>
              <p:cNvSpPr/>
              <p:nvPr/>
            </p:nvSpPr>
            <p:spPr>
              <a:xfrm flipH="1">
                <a:off x="7468326" y="1411975"/>
                <a:ext cx="54153" cy="133470"/>
              </a:xfrm>
              <a:custGeom>
                <a:avLst/>
                <a:gdLst/>
                <a:ahLst/>
                <a:cxnLst/>
                <a:rect l="l" t="t" r="r" b="b"/>
                <a:pathLst>
                  <a:path w="57154" h="140865" extrusionOk="0">
                    <a:moveTo>
                      <a:pt x="47614" y="104120"/>
                    </a:moveTo>
                    <a:cubicBezTo>
                      <a:pt x="43584" y="92628"/>
                      <a:pt x="39228" y="81240"/>
                      <a:pt x="34977" y="69822"/>
                    </a:cubicBezTo>
                    <a:cubicBezTo>
                      <a:pt x="26577" y="47299"/>
                      <a:pt x="18266" y="24835"/>
                      <a:pt x="8439" y="2877"/>
                    </a:cubicBezTo>
                    <a:cubicBezTo>
                      <a:pt x="6239" y="-2074"/>
                      <a:pt x="-897" y="736"/>
                      <a:pt x="634" y="5880"/>
                    </a:cubicBezTo>
                    <a:cubicBezTo>
                      <a:pt x="7503" y="28938"/>
                      <a:pt x="15828" y="51417"/>
                      <a:pt x="24139" y="74000"/>
                    </a:cubicBezTo>
                    <a:cubicBezTo>
                      <a:pt x="28212" y="85091"/>
                      <a:pt x="32211" y="96211"/>
                      <a:pt x="36493" y="107242"/>
                    </a:cubicBezTo>
                    <a:cubicBezTo>
                      <a:pt x="40686" y="118050"/>
                      <a:pt x="44476" y="129869"/>
                      <a:pt x="50810" y="139652"/>
                    </a:cubicBezTo>
                    <a:cubicBezTo>
                      <a:pt x="52817" y="142759"/>
                      <a:pt x="58020" y="140648"/>
                      <a:pt x="57545" y="137065"/>
                    </a:cubicBezTo>
                    <a:cubicBezTo>
                      <a:pt x="56043" y="125855"/>
                      <a:pt x="51345" y="114750"/>
                      <a:pt x="47614" y="1041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6">
                <a:extLst>
                  <a:ext uri="{FF2B5EF4-FFF2-40B4-BE49-F238E27FC236}">
                    <a16:creationId xmlns:a16="http://schemas.microsoft.com/office/drawing/2014/main" id="{56CB7A01-7DDB-36FD-0B84-EB0C88F17E54}"/>
                  </a:ext>
                </a:extLst>
              </p:cNvPr>
              <p:cNvSpPr/>
              <p:nvPr/>
            </p:nvSpPr>
            <p:spPr>
              <a:xfrm flipH="1">
                <a:off x="6746044" y="1393434"/>
                <a:ext cx="21717" cy="132972"/>
              </a:xfrm>
              <a:custGeom>
                <a:avLst/>
                <a:gdLst/>
                <a:ahLst/>
                <a:cxnLst/>
                <a:rect l="l" t="t" r="r" b="b"/>
                <a:pathLst>
                  <a:path w="22920" h="140340" extrusionOk="0">
                    <a:moveTo>
                      <a:pt x="15618" y="3541"/>
                    </a:moveTo>
                    <a:cubicBezTo>
                      <a:pt x="11871" y="25871"/>
                      <a:pt x="9418" y="48439"/>
                      <a:pt x="6832" y="70933"/>
                    </a:cubicBezTo>
                    <a:cubicBezTo>
                      <a:pt x="4289" y="92980"/>
                      <a:pt x="914" y="115295"/>
                      <a:pt x="587" y="137506"/>
                    </a:cubicBezTo>
                    <a:cubicBezTo>
                      <a:pt x="528" y="141758"/>
                      <a:pt x="6876" y="141506"/>
                      <a:pt x="7709" y="137744"/>
                    </a:cubicBezTo>
                    <a:cubicBezTo>
                      <a:pt x="12481" y="116053"/>
                      <a:pt x="14206" y="93515"/>
                      <a:pt x="16763" y="71468"/>
                    </a:cubicBezTo>
                    <a:cubicBezTo>
                      <a:pt x="19349" y="49316"/>
                      <a:pt x="22055" y="27090"/>
                      <a:pt x="23497" y="4820"/>
                    </a:cubicBezTo>
                    <a:cubicBezTo>
                      <a:pt x="23824" y="-205"/>
                      <a:pt x="16480" y="-1633"/>
                      <a:pt x="15618" y="35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15" name="Google Shape;815;p36">
              <a:extLst>
                <a:ext uri="{FF2B5EF4-FFF2-40B4-BE49-F238E27FC236}">
                  <a16:creationId xmlns:a16="http://schemas.microsoft.com/office/drawing/2014/main" id="{B08B4242-7E61-4610-4882-B563687E1109}"/>
                </a:ext>
              </a:extLst>
            </p:cNvPr>
            <p:cNvSpPr/>
            <p:nvPr/>
          </p:nvSpPr>
          <p:spPr>
            <a:xfrm>
              <a:off x="8596124" y="2749275"/>
              <a:ext cx="328218" cy="328218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>
              <a:extLst>
                <a:ext uri="{FF2B5EF4-FFF2-40B4-BE49-F238E27FC236}">
                  <a16:creationId xmlns:a16="http://schemas.microsoft.com/office/drawing/2014/main" id="{938A09D0-52DE-EDE0-D797-4C57AE170C5E}"/>
                </a:ext>
              </a:extLst>
            </p:cNvPr>
            <p:cNvSpPr/>
            <p:nvPr/>
          </p:nvSpPr>
          <p:spPr>
            <a:xfrm>
              <a:off x="8122783" y="1864021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>
              <a:extLst>
                <a:ext uri="{FF2B5EF4-FFF2-40B4-BE49-F238E27FC236}">
                  <a16:creationId xmlns:a16="http://schemas.microsoft.com/office/drawing/2014/main" id="{2472B4A2-A7B4-A6A1-FE3D-01EE284BD996}"/>
                </a:ext>
              </a:extLst>
            </p:cNvPr>
            <p:cNvSpPr/>
            <p:nvPr/>
          </p:nvSpPr>
          <p:spPr>
            <a:xfrm>
              <a:off x="5868121" y="3389050"/>
              <a:ext cx="177731" cy="177731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>
              <a:extLst>
                <a:ext uri="{FF2B5EF4-FFF2-40B4-BE49-F238E27FC236}">
                  <a16:creationId xmlns:a16="http://schemas.microsoft.com/office/drawing/2014/main" id="{9FBD3E14-5388-3BBD-D507-3E56756E982E}"/>
                </a:ext>
              </a:extLst>
            </p:cNvPr>
            <p:cNvSpPr/>
            <p:nvPr/>
          </p:nvSpPr>
          <p:spPr>
            <a:xfrm>
              <a:off x="5868128" y="1088093"/>
              <a:ext cx="415786" cy="415786"/>
            </a:xfrm>
            <a:custGeom>
              <a:avLst/>
              <a:gdLst/>
              <a:ahLst/>
              <a:cxnLst/>
              <a:rect l="l" t="t" r="r" b="b"/>
              <a:pathLst>
                <a:path w="259461" h="259461" extrusionOk="0">
                  <a:moveTo>
                    <a:pt x="259461" y="87687"/>
                  </a:moveTo>
                  <a:lnTo>
                    <a:pt x="171774" y="87687"/>
                  </a:lnTo>
                  <a:lnTo>
                    <a:pt x="171774" y="0"/>
                  </a:lnTo>
                  <a:lnTo>
                    <a:pt x="87687" y="0"/>
                  </a:lnTo>
                  <a:lnTo>
                    <a:pt x="87687" y="87687"/>
                  </a:lnTo>
                  <a:lnTo>
                    <a:pt x="0" y="87687"/>
                  </a:lnTo>
                  <a:lnTo>
                    <a:pt x="0" y="171774"/>
                  </a:lnTo>
                  <a:lnTo>
                    <a:pt x="87687" y="171774"/>
                  </a:lnTo>
                  <a:lnTo>
                    <a:pt x="87687" y="259461"/>
                  </a:lnTo>
                  <a:lnTo>
                    <a:pt x="171774" y="259461"/>
                  </a:lnTo>
                  <a:lnTo>
                    <a:pt x="171774" y="171774"/>
                  </a:lnTo>
                  <a:lnTo>
                    <a:pt x="259461" y="17177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Image 2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1116BC99-7BFD-FB72-0ADD-AD8F2F9E4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43" y="1206941"/>
            <a:ext cx="3295650" cy="966788"/>
          </a:xfrm>
          <a:prstGeom prst="rect">
            <a:avLst/>
          </a:prstGeom>
        </p:spPr>
      </p:pic>
      <p:sp>
        <p:nvSpPr>
          <p:cNvPr id="6" name="Google Shape;770;p36">
            <a:extLst>
              <a:ext uri="{FF2B5EF4-FFF2-40B4-BE49-F238E27FC236}">
                <a16:creationId xmlns:a16="http://schemas.microsoft.com/office/drawing/2014/main" id="{DE62F5B1-57FE-C706-D0F6-42F6F354D488}"/>
              </a:ext>
            </a:extLst>
          </p:cNvPr>
          <p:cNvSpPr txBox="1">
            <a:spLocks/>
          </p:cNvSpPr>
          <p:nvPr/>
        </p:nvSpPr>
        <p:spPr>
          <a:xfrm>
            <a:off x="902884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algn="ctr"/>
            <a:r>
              <a:rPr lang="fr-FR"/>
              <a:t>Contexte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673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5">
          <a:extLst>
            <a:ext uri="{FF2B5EF4-FFF2-40B4-BE49-F238E27FC236}">
              <a16:creationId xmlns:a16="http://schemas.microsoft.com/office/drawing/2014/main" id="{253F1411-3151-B0F2-8880-486221E88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8" name="Google Shape;978;p42">
            <a:extLst>
              <a:ext uri="{FF2B5EF4-FFF2-40B4-BE49-F238E27FC236}">
                <a16:creationId xmlns:a16="http://schemas.microsoft.com/office/drawing/2014/main" id="{E34CF74B-B15D-E222-803E-38F2D83E9D75}"/>
              </a:ext>
            </a:extLst>
          </p:cNvPr>
          <p:cNvGrpSpPr/>
          <p:nvPr/>
        </p:nvGrpSpPr>
        <p:grpSpPr>
          <a:xfrm>
            <a:off x="-1909301" y="1123197"/>
            <a:ext cx="6482216" cy="7853336"/>
            <a:chOff x="-1909301" y="1123197"/>
            <a:chExt cx="6482216" cy="7853336"/>
          </a:xfrm>
        </p:grpSpPr>
        <p:sp>
          <p:nvSpPr>
            <p:cNvPr id="979" name="Google Shape;979;p42">
              <a:extLst>
                <a:ext uri="{FF2B5EF4-FFF2-40B4-BE49-F238E27FC236}">
                  <a16:creationId xmlns:a16="http://schemas.microsoft.com/office/drawing/2014/main" id="{DB08E815-E594-B1B7-05C8-8157AB15E1DE}"/>
                </a:ext>
              </a:extLst>
            </p:cNvPr>
            <p:cNvSpPr/>
            <p:nvPr/>
          </p:nvSpPr>
          <p:spPr>
            <a:xfrm>
              <a:off x="-1909301" y="2782474"/>
              <a:ext cx="6194060" cy="6194060"/>
            </a:xfrm>
            <a:custGeom>
              <a:avLst/>
              <a:gdLst/>
              <a:ahLst/>
              <a:cxnLst/>
              <a:rect l="l" t="t" r="r" b="b"/>
              <a:pathLst>
                <a:path w="459500" h="459500" extrusionOk="0">
                  <a:moveTo>
                    <a:pt x="459501" y="229750"/>
                  </a:moveTo>
                  <a:cubicBezTo>
                    <a:pt x="459501" y="356638"/>
                    <a:pt x="356638" y="459501"/>
                    <a:pt x="229750" y="459501"/>
                  </a:cubicBezTo>
                  <a:cubicBezTo>
                    <a:pt x="102863" y="459501"/>
                    <a:pt x="0" y="356638"/>
                    <a:pt x="0" y="229750"/>
                  </a:cubicBezTo>
                  <a:cubicBezTo>
                    <a:pt x="0" y="102863"/>
                    <a:pt x="102863" y="0"/>
                    <a:pt x="229750" y="0"/>
                  </a:cubicBezTo>
                  <a:cubicBezTo>
                    <a:pt x="356638" y="0"/>
                    <a:pt x="459501" y="102863"/>
                    <a:pt x="459501" y="229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0" name="Google Shape;980;p42">
              <a:extLst>
                <a:ext uri="{FF2B5EF4-FFF2-40B4-BE49-F238E27FC236}">
                  <a16:creationId xmlns:a16="http://schemas.microsoft.com/office/drawing/2014/main" id="{26D9D1B0-3CB1-40C0-D53A-515843654F91}"/>
                </a:ext>
              </a:extLst>
            </p:cNvPr>
            <p:cNvGrpSpPr/>
            <p:nvPr/>
          </p:nvGrpSpPr>
          <p:grpSpPr>
            <a:xfrm>
              <a:off x="606404" y="1123197"/>
              <a:ext cx="2708843" cy="4020429"/>
              <a:chOff x="5385785" y="1544480"/>
              <a:chExt cx="780984" cy="1159093"/>
            </a:xfrm>
          </p:grpSpPr>
          <p:sp>
            <p:nvSpPr>
              <p:cNvPr id="981" name="Google Shape;981;p42">
                <a:extLst>
                  <a:ext uri="{FF2B5EF4-FFF2-40B4-BE49-F238E27FC236}">
                    <a16:creationId xmlns:a16="http://schemas.microsoft.com/office/drawing/2014/main" id="{7432204A-0D5D-F4A7-2E2C-5FEAC7444E43}"/>
                  </a:ext>
                </a:extLst>
              </p:cNvPr>
              <p:cNvSpPr/>
              <p:nvPr/>
            </p:nvSpPr>
            <p:spPr>
              <a:xfrm>
                <a:off x="5627572" y="1544480"/>
                <a:ext cx="289619" cy="360788"/>
              </a:xfrm>
              <a:custGeom>
                <a:avLst/>
                <a:gdLst/>
                <a:ahLst/>
                <a:cxnLst/>
                <a:rect l="l" t="t" r="r" b="b"/>
                <a:pathLst>
                  <a:path w="386159" h="481051" extrusionOk="0">
                    <a:moveTo>
                      <a:pt x="389118" y="262943"/>
                    </a:moveTo>
                    <a:cubicBezTo>
                      <a:pt x="383078" y="175111"/>
                      <a:pt x="306082" y="130170"/>
                      <a:pt x="306082" y="130170"/>
                    </a:cubicBezTo>
                    <a:cubicBezTo>
                      <a:pt x="306082" y="130170"/>
                      <a:pt x="344546" y="44379"/>
                      <a:pt x="247278" y="7610"/>
                    </a:cubicBezTo>
                    <a:cubicBezTo>
                      <a:pt x="158410" y="-25986"/>
                      <a:pt x="101758" y="66623"/>
                      <a:pt x="135916" y="121811"/>
                    </a:cubicBezTo>
                    <a:cubicBezTo>
                      <a:pt x="107242" y="129295"/>
                      <a:pt x="39690" y="154491"/>
                      <a:pt x="18376" y="211872"/>
                    </a:cubicBezTo>
                    <a:cubicBezTo>
                      <a:pt x="-12034" y="293581"/>
                      <a:pt x="6226" y="452910"/>
                      <a:pt x="54825" y="481508"/>
                    </a:cubicBezTo>
                    <a:lnTo>
                      <a:pt x="348572" y="450869"/>
                    </a:lnTo>
                    <a:cubicBezTo>
                      <a:pt x="348572" y="450869"/>
                      <a:pt x="395228" y="350776"/>
                      <a:pt x="389118" y="262943"/>
                    </a:cubicBezTo>
                    <a:close/>
                  </a:path>
                </a:pathLst>
              </a:custGeom>
              <a:solidFill>
                <a:srgbClr val="60304A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42">
                <a:extLst>
                  <a:ext uri="{FF2B5EF4-FFF2-40B4-BE49-F238E27FC236}">
                    <a16:creationId xmlns:a16="http://schemas.microsoft.com/office/drawing/2014/main" id="{11106DFB-ED03-EB21-FF3A-ED6B0CC557DB}"/>
                  </a:ext>
                </a:extLst>
              </p:cNvPr>
              <p:cNvSpPr/>
              <p:nvPr/>
            </p:nvSpPr>
            <p:spPr>
              <a:xfrm>
                <a:off x="5698966" y="1955657"/>
                <a:ext cx="166157" cy="184090"/>
              </a:xfrm>
              <a:custGeom>
                <a:avLst/>
                <a:gdLst/>
                <a:ahLst/>
                <a:cxnLst/>
                <a:rect l="l" t="t" r="r" b="b"/>
                <a:pathLst>
                  <a:path w="221543" h="245454" extrusionOk="0">
                    <a:moveTo>
                      <a:pt x="225059" y="190156"/>
                    </a:moveTo>
                    <a:cubicBezTo>
                      <a:pt x="225059" y="190156"/>
                      <a:pt x="187222" y="233749"/>
                      <a:pt x="125084" y="244635"/>
                    </a:cubicBezTo>
                    <a:cubicBezTo>
                      <a:pt x="62947" y="255521"/>
                      <a:pt x="3516" y="202430"/>
                      <a:pt x="3516" y="202430"/>
                    </a:cubicBezTo>
                    <a:cubicBezTo>
                      <a:pt x="3516" y="202430"/>
                      <a:pt x="5669" y="167807"/>
                      <a:pt x="8099" y="128955"/>
                    </a:cubicBezTo>
                    <a:cubicBezTo>
                      <a:pt x="10529" y="88923"/>
                      <a:pt x="13236" y="44400"/>
                      <a:pt x="14069" y="28535"/>
                    </a:cubicBezTo>
                    <a:cubicBezTo>
                      <a:pt x="14208" y="25245"/>
                      <a:pt x="14347" y="23183"/>
                      <a:pt x="14347" y="22662"/>
                    </a:cubicBezTo>
                    <a:cubicBezTo>
                      <a:pt x="14347" y="22662"/>
                      <a:pt x="17193" y="21975"/>
                      <a:pt x="22193" y="20864"/>
                    </a:cubicBezTo>
                    <a:cubicBezTo>
                      <a:pt x="58919" y="12581"/>
                      <a:pt x="212562" y="-19620"/>
                      <a:pt x="210202" y="19947"/>
                    </a:cubicBezTo>
                    <a:cubicBezTo>
                      <a:pt x="208744" y="43809"/>
                      <a:pt x="213049" y="90291"/>
                      <a:pt x="217353" y="128671"/>
                    </a:cubicBezTo>
                    <a:cubicBezTo>
                      <a:pt x="221171" y="162579"/>
                      <a:pt x="225059" y="190156"/>
                      <a:pt x="225059" y="190156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42">
                <a:extLst>
                  <a:ext uri="{FF2B5EF4-FFF2-40B4-BE49-F238E27FC236}">
                    <a16:creationId xmlns:a16="http://schemas.microsoft.com/office/drawing/2014/main" id="{727D9DE6-7D09-5B9E-20F9-49A86BB9A6F8}"/>
                  </a:ext>
                </a:extLst>
              </p:cNvPr>
              <p:cNvSpPr/>
              <p:nvPr/>
            </p:nvSpPr>
            <p:spPr>
              <a:xfrm>
                <a:off x="5702403" y="1955657"/>
                <a:ext cx="156940" cy="126544"/>
              </a:xfrm>
              <a:custGeom>
                <a:avLst/>
                <a:gdLst/>
                <a:ahLst/>
                <a:cxnLst/>
                <a:rect l="l" t="t" r="r" b="b"/>
                <a:pathLst>
                  <a:path w="209254" h="168726" extrusionOk="0">
                    <a:moveTo>
                      <a:pt x="212770" y="128653"/>
                    </a:moveTo>
                    <a:cubicBezTo>
                      <a:pt x="185207" y="152529"/>
                      <a:pt x="145356" y="174350"/>
                      <a:pt x="94882" y="168359"/>
                    </a:cubicBezTo>
                    <a:cubicBezTo>
                      <a:pt x="53295" y="163436"/>
                      <a:pt x="23789" y="146906"/>
                      <a:pt x="3516" y="128938"/>
                    </a:cubicBezTo>
                    <a:cubicBezTo>
                      <a:pt x="5945" y="88906"/>
                      <a:pt x="8653" y="44382"/>
                      <a:pt x="9486" y="28518"/>
                    </a:cubicBezTo>
                    <a:lnTo>
                      <a:pt x="17610" y="20846"/>
                    </a:lnTo>
                    <a:cubicBezTo>
                      <a:pt x="54336" y="12563"/>
                      <a:pt x="207979" y="-19637"/>
                      <a:pt x="205619" y="19930"/>
                    </a:cubicBezTo>
                    <a:cubicBezTo>
                      <a:pt x="204161" y="43792"/>
                      <a:pt x="208466" y="90274"/>
                      <a:pt x="212770" y="128653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42">
                <a:extLst>
                  <a:ext uri="{FF2B5EF4-FFF2-40B4-BE49-F238E27FC236}">
                    <a16:creationId xmlns:a16="http://schemas.microsoft.com/office/drawing/2014/main" id="{95130E7C-311F-DB1C-9988-44BD848938E9}"/>
                  </a:ext>
                </a:extLst>
              </p:cNvPr>
              <p:cNvSpPr/>
              <p:nvPr/>
            </p:nvSpPr>
            <p:spPr>
              <a:xfrm>
                <a:off x="5690896" y="2083490"/>
                <a:ext cx="217290" cy="620082"/>
              </a:xfrm>
              <a:custGeom>
                <a:avLst/>
                <a:gdLst/>
                <a:ahLst/>
                <a:cxnLst/>
                <a:rect l="l" t="t" r="r" b="b"/>
                <a:pathLst>
                  <a:path w="289720" h="826776" extrusionOk="0">
                    <a:moveTo>
                      <a:pt x="293247" y="827639"/>
                    </a:moveTo>
                    <a:lnTo>
                      <a:pt x="247981" y="863"/>
                    </a:lnTo>
                    <a:cubicBezTo>
                      <a:pt x="131829" y="126151"/>
                      <a:pt x="7553" y="14484"/>
                      <a:pt x="7553" y="14484"/>
                    </a:cubicBezTo>
                    <a:lnTo>
                      <a:pt x="3527" y="827639"/>
                    </a:lnTo>
                    <a:lnTo>
                      <a:pt x="293247" y="82763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42">
                <a:extLst>
                  <a:ext uri="{FF2B5EF4-FFF2-40B4-BE49-F238E27FC236}">
                    <a16:creationId xmlns:a16="http://schemas.microsoft.com/office/drawing/2014/main" id="{84EBD3A4-AB44-2093-B4C8-8A12921A7CEC}"/>
                  </a:ext>
                </a:extLst>
              </p:cNvPr>
              <p:cNvSpPr/>
              <p:nvPr/>
            </p:nvSpPr>
            <p:spPr>
              <a:xfrm>
                <a:off x="5631106" y="1728749"/>
                <a:ext cx="284639" cy="313906"/>
              </a:xfrm>
              <a:custGeom>
                <a:avLst/>
                <a:gdLst/>
                <a:ahLst/>
                <a:cxnLst/>
                <a:rect l="l" t="t" r="r" b="b"/>
                <a:pathLst>
                  <a:path w="379518" h="418542" extrusionOk="0">
                    <a:moveTo>
                      <a:pt x="256522" y="554"/>
                    </a:moveTo>
                    <a:cubicBezTo>
                      <a:pt x="256522" y="554"/>
                      <a:pt x="261937" y="21431"/>
                      <a:pt x="284432" y="55929"/>
                    </a:cubicBezTo>
                    <a:cubicBezTo>
                      <a:pt x="306996" y="90428"/>
                      <a:pt x="334906" y="118573"/>
                      <a:pt x="337613" y="146719"/>
                    </a:cubicBezTo>
                    <a:cubicBezTo>
                      <a:pt x="337613" y="146719"/>
                      <a:pt x="358303" y="124926"/>
                      <a:pt x="377187" y="135819"/>
                    </a:cubicBezTo>
                    <a:cubicBezTo>
                      <a:pt x="396140" y="146719"/>
                      <a:pt x="365522" y="250208"/>
                      <a:pt x="334906" y="245674"/>
                    </a:cubicBezTo>
                    <a:cubicBezTo>
                      <a:pt x="334906" y="245674"/>
                      <a:pt x="331711" y="307409"/>
                      <a:pt x="310606" y="341908"/>
                    </a:cubicBezTo>
                    <a:cubicBezTo>
                      <a:pt x="301372" y="356897"/>
                      <a:pt x="230625" y="420395"/>
                      <a:pt x="188136" y="419076"/>
                    </a:cubicBezTo>
                    <a:cubicBezTo>
                      <a:pt x="129608" y="417257"/>
                      <a:pt x="64763" y="340998"/>
                      <a:pt x="54835" y="312852"/>
                    </a:cubicBezTo>
                    <a:cubicBezTo>
                      <a:pt x="44907" y="284713"/>
                      <a:pt x="38658" y="243855"/>
                      <a:pt x="38658" y="243855"/>
                    </a:cubicBezTo>
                    <a:cubicBezTo>
                      <a:pt x="38658" y="243855"/>
                      <a:pt x="2626" y="203914"/>
                      <a:pt x="3528" y="164875"/>
                    </a:cubicBezTo>
                    <a:cubicBezTo>
                      <a:pt x="4430" y="125835"/>
                      <a:pt x="33243" y="135819"/>
                      <a:pt x="33243" y="135819"/>
                    </a:cubicBezTo>
                    <a:cubicBezTo>
                      <a:pt x="33243" y="135819"/>
                      <a:pt x="33937" y="23479"/>
                      <a:pt x="116973" y="18709"/>
                    </a:cubicBezTo>
                    <a:cubicBezTo>
                      <a:pt x="134121" y="17723"/>
                      <a:pt x="203410" y="77722"/>
                      <a:pt x="256522" y="554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42">
                <a:extLst>
                  <a:ext uri="{FF2B5EF4-FFF2-40B4-BE49-F238E27FC236}">
                    <a16:creationId xmlns:a16="http://schemas.microsoft.com/office/drawing/2014/main" id="{1DC86F8F-FD70-7F75-4063-45071B085019}"/>
                  </a:ext>
                </a:extLst>
              </p:cNvPr>
              <p:cNvSpPr/>
              <p:nvPr/>
            </p:nvSpPr>
            <p:spPr>
              <a:xfrm>
                <a:off x="5813470" y="2063063"/>
                <a:ext cx="322785" cy="640509"/>
              </a:xfrm>
              <a:custGeom>
                <a:avLst/>
                <a:gdLst/>
                <a:ahLst/>
                <a:cxnLst/>
                <a:rect l="l" t="t" r="r" b="b"/>
                <a:pathLst>
                  <a:path w="430380" h="854012" extrusionOk="0">
                    <a:moveTo>
                      <a:pt x="13354" y="525797"/>
                    </a:moveTo>
                    <a:cubicBezTo>
                      <a:pt x="13978" y="529629"/>
                      <a:pt x="14534" y="533545"/>
                      <a:pt x="15159" y="537551"/>
                    </a:cubicBezTo>
                    <a:cubicBezTo>
                      <a:pt x="32238" y="645768"/>
                      <a:pt x="62925" y="809436"/>
                      <a:pt x="71534" y="854869"/>
                    </a:cubicBezTo>
                    <a:lnTo>
                      <a:pt x="434014" y="854869"/>
                    </a:lnTo>
                    <a:cubicBezTo>
                      <a:pt x="430266" y="763391"/>
                      <a:pt x="404785" y="181979"/>
                      <a:pt x="357506" y="134317"/>
                    </a:cubicBezTo>
                    <a:cubicBezTo>
                      <a:pt x="336122" y="112732"/>
                      <a:pt x="283704" y="85474"/>
                      <a:pt x="229829" y="61008"/>
                    </a:cubicBezTo>
                    <a:cubicBezTo>
                      <a:pt x="228787" y="60522"/>
                      <a:pt x="227676" y="60036"/>
                      <a:pt x="226634" y="59550"/>
                    </a:cubicBezTo>
                    <a:cubicBezTo>
                      <a:pt x="152417" y="26017"/>
                      <a:pt x="70492" y="856"/>
                      <a:pt x="70492" y="856"/>
                    </a:cubicBezTo>
                    <a:cubicBezTo>
                      <a:pt x="70492" y="856"/>
                      <a:pt x="3634" y="390323"/>
                      <a:pt x="3634" y="444796"/>
                    </a:cubicBezTo>
                    <a:cubicBezTo>
                      <a:pt x="3634" y="457557"/>
                      <a:pt x="7452" y="487452"/>
                      <a:pt x="13354" y="525783"/>
                    </a:cubicBezTo>
                    <a:lnTo>
                      <a:pt x="13354" y="52579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42">
                <a:extLst>
                  <a:ext uri="{FF2B5EF4-FFF2-40B4-BE49-F238E27FC236}">
                    <a16:creationId xmlns:a16="http://schemas.microsoft.com/office/drawing/2014/main" id="{9FA83CD2-AF65-8140-7690-5EE3DE1CD205}"/>
                  </a:ext>
                </a:extLst>
              </p:cNvPr>
              <p:cNvSpPr/>
              <p:nvPr/>
            </p:nvSpPr>
            <p:spPr>
              <a:xfrm>
                <a:off x="5968934" y="2277428"/>
                <a:ext cx="79840" cy="426145"/>
              </a:xfrm>
              <a:custGeom>
                <a:avLst/>
                <a:gdLst/>
                <a:ahLst/>
                <a:cxnLst/>
                <a:rect l="l" t="t" r="r" b="b"/>
                <a:pathLst>
                  <a:path w="106454" h="568193" extrusionOk="0">
                    <a:moveTo>
                      <a:pt x="6733" y="466522"/>
                    </a:moveTo>
                    <a:cubicBezTo>
                      <a:pt x="17008" y="452276"/>
                      <a:pt x="25895" y="437148"/>
                      <a:pt x="33671" y="421443"/>
                    </a:cubicBezTo>
                    <a:cubicBezTo>
                      <a:pt x="34782" y="429941"/>
                      <a:pt x="36170" y="438411"/>
                      <a:pt x="37421" y="446861"/>
                    </a:cubicBezTo>
                    <a:lnTo>
                      <a:pt x="42766" y="482373"/>
                    </a:lnTo>
                    <a:cubicBezTo>
                      <a:pt x="46237" y="505756"/>
                      <a:pt x="49708" y="529139"/>
                      <a:pt x="53388" y="552487"/>
                    </a:cubicBezTo>
                    <a:cubicBezTo>
                      <a:pt x="54221" y="558021"/>
                      <a:pt x="55124" y="563575"/>
                      <a:pt x="55957" y="569115"/>
                    </a:cubicBezTo>
                    <a:lnTo>
                      <a:pt x="60609" y="569115"/>
                    </a:lnTo>
                    <a:cubicBezTo>
                      <a:pt x="58456" y="553015"/>
                      <a:pt x="55818" y="536970"/>
                      <a:pt x="53388" y="520953"/>
                    </a:cubicBezTo>
                    <a:cubicBezTo>
                      <a:pt x="49917" y="497577"/>
                      <a:pt x="46376" y="474208"/>
                      <a:pt x="42766" y="450839"/>
                    </a:cubicBezTo>
                    <a:cubicBezTo>
                      <a:pt x="40961" y="438737"/>
                      <a:pt x="39433" y="426511"/>
                      <a:pt x="37004" y="414507"/>
                    </a:cubicBezTo>
                    <a:cubicBezTo>
                      <a:pt x="40892" y="406238"/>
                      <a:pt x="44571" y="397845"/>
                      <a:pt x="47903" y="389326"/>
                    </a:cubicBezTo>
                    <a:cubicBezTo>
                      <a:pt x="58665" y="362083"/>
                      <a:pt x="66719" y="333791"/>
                      <a:pt x="72620" y="305104"/>
                    </a:cubicBezTo>
                    <a:cubicBezTo>
                      <a:pt x="78799" y="275118"/>
                      <a:pt x="82479" y="244667"/>
                      <a:pt x="84422" y="214119"/>
                    </a:cubicBezTo>
                    <a:cubicBezTo>
                      <a:pt x="86575" y="181030"/>
                      <a:pt x="86714" y="147837"/>
                      <a:pt x="85742" y="114706"/>
                    </a:cubicBezTo>
                    <a:cubicBezTo>
                      <a:pt x="85464" y="103597"/>
                      <a:pt x="85048" y="92482"/>
                      <a:pt x="84561" y="81367"/>
                    </a:cubicBezTo>
                    <a:cubicBezTo>
                      <a:pt x="88241" y="69890"/>
                      <a:pt x="91573" y="58275"/>
                      <a:pt x="95669" y="46917"/>
                    </a:cubicBezTo>
                    <a:cubicBezTo>
                      <a:pt x="99974" y="34878"/>
                      <a:pt x="105459" y="23319"/>
                      <a:pt x="109972" y="11349"/>
                    </a:cubicBezTo>
                    <a:cubicBezTo>
                      <a:pt x="110735" y="9322"/>
                      <a:pt x="108097" y="8246"/>
                      <a:pt x="106986" y="10016"/>
                    </a:cubicBezTo>
                    <a:cubicBezTo>
                      <a:pt x="100391" y="21000"/>
                      <a:pt x="95808" y="33476"/>
                      <a:pt x="91573" y="45549"/>
                    </a:cubicBezTo>
                    <a:cubicBezTo>
                      <a:pt x="88727" y="53769"/>
                      <a:pt x="86020" y="62142"/>
                      <a:pt x="84006" y="70647"/>
                    </a:cubicBezTo>
                    <a:cubicBezTo>
                      <a:pt x="83103" y="51902"/>
                      <a:pt x="81853" y="33170"/>
                      <a:pt x="80118" y="14508"/>
                    </a:cubicBezTo>
                    <a:cubicBezTo>
                      <a:pt x="79771" y="10405"/>
                      <a:pt x="79354" y="6309"/>
                      <a:pt x="79008" y="2199"/>
                    </a:cubicBezTo>
                    <a:cubicBezTo>
                      <a:pt x="78869" y="310"/>
                      <a:pt x="76022" y="609"/>
                      <a:pt x="76091" y="2483"/>
                    </a:cubicBezTo>
                    <a:cubicBezTo>
                      <a:pt x="77757" y="35447"/>
                      <a:pt x="79493" y="68439"/>
                      <a:pt x="80674" y="101431"/>
                    </a:cubicBezTo>
                    <a:cubicBezTo>
                      <a:pt x="81784" y="134451"/>
                      <a:pt x="82062" y="167533"/>
                      <a:pt x="80396" y="200546"/>
                    </a:cubicBezTo>
                    <a:cubicBezTo>
                      <a:pt x="78869" y="231330"/>
                      <a:pt x="75674" y="262045"/>
                      <a:pt x="70051" y="292364"/>
                    </a:cubicBezTo>
                    <a:cubicBezTo>
                      <a:pt x="64775" y="321058"/>
                      <a:pt x="57416" y="349377"/>
                      <a:pt x="47418" y="376767"/>
                    </a:cubicBezTo>
                    <a:cubicBezTo>
                      <a:pt x="43391" y="387812"/>
                      <a:pt x="38878" y="398685"/>
                      <a:pt x="33949" y="409384"/>
                    </a:cubicBezTo>
                    <a:cubicBezTo>
                      <a:pt x="33185" y="409529"/>
                      <a:pt x="32491" y="410161"/>
                      <a:pt x="32560" y="411307"/>
                    </a:cubicBezTo>
                    <a:lnTo>
                      <a:pt x="32630" y="412195"/>
                    </a:lnTo>
                    <a:cubicBezTo>
                      <a:pt x="25756" y="426893"/>
                      <a:pt x="18120" y="441223"/>
                      <a:pt x="9718" y="455039"/>
                    </a:cubicBezTo>
                    <a:cubicBezTo>
                      <a:pt x="7844" y="458143"/>
                      <a:pt x="5900" y="461253"/>
                      <a:pt x="3956" y="464315"/>
                    </a:cubicBezTo>
                    <a:cubicBezTo>
                      <a:pt x="2775" y="466189"/>
                      <a:pt x="5345" y="468404"/>
                      <a:pt x="6733" y="466522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42">
                <a:extLst>
                  <a:ext uri="{FF2B5EF4-FFF2-40B4-BE49-F238E27FC236}">
                    <a16:creationId xmlns:a16="http://schemas.microsoft.com/office/drawing/2014/main" id="{CA5A60C6-22CF-7FF1-9635-99A6079281FB}"/>
                  </a:ext>
                </a:extLst>
              </p:cNvPr>
              <p:cNvSpPr/>
              <p:nvPr/>
            </p:nvSpPr>
            <p:spPr>
              <a:xfrm>
                <a:off x="5820760" y="2107084"/>
                <a:ext cx="162356" cy="358500"/>
              </a:xfrm>
              <a:custGeom>
                <a:avLst/>
                <a:gdLst/>
                <a:ahLst/>
                <a:cxnLst/>
                <a:rect l="l" t="t" r="r" b="b"/>
                <a:pathLst>
                  <a:path w="216475" h="478000" extrusionOk="0">
                    <a:moveTo>
                      <a:pt x="193473" y="40274"/>
                    </a:moveTo>
                    <a:cubicBezTo>
                      <a:pt x="152095" y="98850"/>
                      <a:pt x="110438" y="157176"/>
                      <a:pt x="68851" y="215585"/>
                    </a:cubicBezTo>
                    <a:cubicBezTo>
                      <a:pt x="97455" y="220674"/>
                      <a:pt x="126129" y="225700"/>
                      <a:pt x="154802" y="230790"/>
                    </a:cubicBezTo>
                    <a:cubicBezTo>
                      <a:pt x="156816" y="231144"/>
                      <a:pt x="157302" y="233699"/>
                      <a:pt x="155774" y="234976"/>
                    </a:cubicBezTo>
                    <a:cubicBezTo>
                      <a:pt x="132377" y="255110"/>
                      <a:pt x="110993" y="277715"/>
                      <a:pt x="92040" y="302175"/>
                    </a:cubicBezTo>
                    <a:cubicBezTo>
                      <a:pt x="58159" y="345831"/>
                      <a:pt x="31915" y="395423"/>
                      <a:pt x="14490" y="448000"/>
                    </a:cubicBezTo>
                    <a:cubicBezTo>
                      <a:pt x="11157" y="458150"/>
                      <a:pt x="8102" y="468412"/>
                      <a:pt x="5394" y="478798"/>
                    </a:cubicBezTo>
                    <a:cubicBezTo>
                      <a:pt x="4770" y="474792"/>
                      <a:pt x="4214" y="470877"/>
                      <a:pt x="3589" y="467044"/>
                    </a:cubicBezTo>
                    <a:lnTo>
                      <a:pt x="3589" y="467030"/>
                    </a:lnTo>
                    <a:cubicBezTo>
                      <a:pt x="14142" y="429886"/>
                      <a:pt x="29000" y="393986"/>
                      <a:pt x="47814" y="360390"/>
                    </a:cubicBezTo>
                    <a:cubicBezTo>
                      <a:pt x="74267" y="312985"/>
                      <a:pt x="108494" y="270245"/>
                      <a:pt x="149248" y="234539"/>
                    </a:cubicBezTo>
                    <a:cubicBezTo>
                      <a:pt x="120991" y="229491"/>
                      <a:pt x="92803" y="224423"/>
                      <a:pt x="64616" y="219390"/>
                    </a:cubicBezTo>
                    <a:cubicBezTo>
                      <a:pt x="62881" y="219084"/>
                      <a:pt x="62256" y="217133"/>
                      <a:pt x="63227" y="215779"/>
                    </a:cubicBezTo>
                    <a:cubicBezTo>
                      <a:pt x="75239" y="198895"/>
                      <a:pt x="87250" y="182024"/>
                      <a:pt x="99260" y="165146"/>
                    </a:cubicBezTo>
                    <a:cubicBezTo>
                      <a:pt x="138348" y="110291"/>
                      <a:pt x="176880" y="54951"/>
                      <a:pt x="216870" y="797"/>
                    </a:cubicBezTo>
                    <a:cubicBezTo>
                      <a:pt x="217912" y="1283"/>
                      <a:pt x="219023" y="1769"/>
                      <a:pt x="220064" y="2255"/>
                    </a:cubicBezTo>
                    <a:cubicBezTo>
                      <a:pt x="211316" y="14995"/>
                      <a:pt x="202429" y="27638"/>
                      <a:pt x="193473" y="4027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42">
                <a:extLst>
                  <a:ext uri="{FF2B5EF4-FFF2-40B4-BE49-F238E27FC236}">
                    <a16:creationId xmlns:a16="http://schemas.microsoft.com/office/drawing/2014/main" id="{BF5EAA5A-1E1C-D722-219E-F7828E598DEA}"/>
                  </a:ext>
                </a:extLst>
              </p:cNvPr>
              <p:cNvSpPr/>
              <p:nvPr/>
            </p:nvSpPr>
            <p:spPr>
              <a:xfrm>
                <a:off x="5500421" y="2066130"/>
                <a:ext cx="257332" cy="637442"/>
              </a:xfrm>
              <a:custGeom>
                <a:avLst/>
                <a:gdLst/>
                <a:ahLst/>
                <a:cxnLst/>
                <a:rect l="l" t="t" r="r" b="b"/>
                <a:pathLst>
                  <a:path w="343110" h="849923" extrusionOk="0">
                    <a:moveTo>
                      <a:pt x="33347" y="294327"/>
                    </a:moveTo>
                    <a:cubicBezTo>
                      <a:pt x="37790" y="305824"/>
                      <a:pt x="42997" y="316988"/>
                      <a:pt x="47232" y="328569"/>
                    </a:cubicBezTo>
                    <a:cubicBezTo>
                      <a:pt x="51328" y="339927"/>
                      <a:pt x="54591" y="351556"/>
                      <a:pt x="58341" y="363032"/>
                    </a:cubicBezTo>
                    <a:cubicBezTo>
                      <a:pt x="57855" y="374141"/>
                      <a:pt x="57438" y="385263"/>
                      <a:pt x="57091" y="396364"/>
                    </a:cubicBezTo>
                    <a:cubicBezTo>
                      <a:pt x="56119" y="429502"/>
                      <a:pt x="56257" y="462702"/>
                      <a:pt x="58410" y="495778"/>
                    </a:cubicBezTo>
                    <a:cubicBezTo>
                      <a:pt x="60354" y="526326"/>
                      <a:pt x="64103" y="556784"/>
                      <a:pt x="70212" y="586769"/>
                    </a:cubicBezTo>
                    <a:cubicBezTo>
                      <a:pt x="76114" y="615471"/>
                      <a:pt x="84167" y="643748"/>
                      <a:pt x="94929" y="670985"/>
                    </a:cubicBezTo>
                    <a:cubicBezTo>
                      <a:pt x="98331" y="679503"/>
                      <a:pt x="101941" y="687918"/>
                      <a:pt x="105829" y="696180"/>
                    </a:cubicBezTo>
                    <a:cubicBezTo>
                      <a:pt x="103399" y="708184"/>
                      <a:pt x="101941" y="720417"/>
                      <a:pt x="100067" y="732511"/>
                    </a:cubicBezTo>
                    <a:cubicBezTo>
                      <a:pt x="96526" y="755867"/>
                      <a:pt x="92985" y="779243"/>
                      <a:pt x="89444" y="802619"/>
                    </a:cubicBezTo>
                    <a:cubicBezTo>
                      <a:pt x="87014" y="818629"/>
                      <a:pt x="84376" y="834681"/>
                      <a:pt x="82293" y="850781"/>
                    </a:cubicBezTo>
                    <a:lnTo>
                      <a:pt x="278564" y="850781"/>
                    </a:lnTo>
                    <a:cubicBezTo>
                      <a:pt x="287173" y="805348"/>
                      <a:pt x="317930" y="641679"/>
                      <a:pt x="334939" y="533463"/>
                    </a:cubicBezTo>
                    <a:cubicBezTo>
                      <a:pt x="335565" y="529457"/>
                      <a:pt x="336189" y="525541"/>
                      <a:pt x="336744" y="521709"/>
                    </a:cubicBezTo>
                    <a:lnTo>
                      <a:pt x="336744" y="521695"/>
                    </a:lnTo>
                    <a:cubicBezTo>
                      <a:pt x="342646" y="483364"/>
                      <a:pt x="346534" y="453469"/>
                      <a:pt x="346534" y="440708"/>
                    </a:cubicBezTo>
                    <a:cubicBezTo>
                      <a:pt x="346534" y="386235"/>
                      <a:pt x="268844" y="857"/>
                      <a:pt x="268844" y="857"/>
                    </a:cubicBezTo>
                    <a:cubicBezTo>
                      <a:pt x="268844" y="857"/>
                      <a:pt x="197751" y="21928"/>
                      <a:pt x="123464" y="55462"/>
                    </a:cubicBezTo>
                    <a:cubicBezTo>
                      <a:pt x="122422" y="55948"/>
                      <a:pt x="121311" y="56434"/>
                      <a:pt x="120270" y="56920"/>
                    </a:cubicBezTo>
                    <a:cubicBezTo>
                      <a:pt x="74031" y="77949"/>
                      <a:pt x="28834" y="101034"/>
                      <a:pt x="3423" y="120807"/>
                    </a:cubicBezTo>
                    <a:lnTo>
                      <a:pt x="3423" y="265383"/>
                    </a:lnTo>
                    <a:cubicBezTo>
                      <a:pt x="13143" y="275276"/>
                      <a:pt x="23002" y="285149"/>
                      <a:pt x="33347" y="29432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42">
                <a:extLst>
                  <a:ext uri="{FF2B5EF4-FFF2-40B4-BE49-F238E27FC236}">
                    <a16:creationId xmlns:a16="http://schemas.microsoft.com/office/drawing/2014/main" id="{CC4EBD86-D6FA-6411-3AA2-0FDC9A37B0A0}"/>
                  </a:ext>
                </a:extLst>
              </p:cNvPr>
              <p:cNvSpPr/>
              <p:nvPr/>
            </p:nvSpPr>
            <p:spPr>
              <a:xfrm>
                <a:off x="5500421" y="2259156"/>
                <a:ext cx="101816" cy="444416"/>
              </a:xfrm>
              <a:custGeom>
                <a:avLst/>
                <a:gdLst/>
                <a:ahLst/>
                <a:cxnLst/>
                <a:rect l="l" t="t" r="r" b="b"/>
                <a:pathLst>
                  <a:path w="135755" h="592555" extrusionOk="0">
                    <a:moveTo>
                      <a:pt x="33300" y="37018"/>
                    </a:moveTo>
                    <a:cubicBezTo>
                      <a:pt x="37743" y="48515"/>
                      <a:pt x="42950" y="59679"/>
                      <a:pt x="47185" y="71260"/>
                    </a:cubicBezTo>
                    <a:cubicBezTo>
                      <a:pt x="51281" y="82618"/>
                      <a:pt x="54544" y="94247"/>
                      <a:pt x="58293" y="105724"/>
                    </a:cubicBezTo>
                    <a:cubicBezTo>
                      <a:pt x="57808" y="116832"/>
                      <a:pt x="57391" y="127954"/>
                      <a:pt x="57043" y="139056"/>
                    </a:cubicBezTo>
                    <a:cubicBezTo>
                      <a:pt x="56072" y="172193"/>
                      <a:pt x="56210" y="205394"/>
                      <a:pt x="58363" y="238469"/>
                    </a:cubicBezTo>
                    <a:cubicBezTo>
                      <a:pt x="60307" y="269017"/>
                      <a:pt x="64056" y="299475"/>
                      <a:pt x="70165" y="329460"/>
                    </a:cubicBezTo>
                    <a:cubicBezTo>
                      <a:pt x="76067" y="358162"/>
                      <a:pt x="84120" y="386440"/>
                      <a:pt x="94882" y="413676"/>
                    </a:cubicBezTo>
                    <a:cubicBezTo>
                      <a:pt x="98284" y="422195"/>
                      <a:pt x="101894" y="430609"/>
                      <a:pt x="105781" y="438871"/>
                    </a:cubicBezTo>
                    <a:cubicBezTo>
                      <a:pt x="103352" y="450875"/>
                      <a:pt x="101894" y="463108"/>
                      <a:pt x="100019" y="475202"/>
                    </a:cubicBezTo>
                    <a:cubicBezTo>
                      <a:pt x="96478" y="498558"/>
                      <a:pt x="92938" y="521934"/>
                      <a:pt x="89397" y="545310"/>
                    </a:cubicBezTo>
                    <a:cubicBezTo>
                      <a:pt x="86967" y="561320"/>
                      <a:pt x="84329" y="577372"/>
                      <a:pt x="82245" y="593472"/>
                    </a:cubicBezTo>
                    <a:lnTo>
                      <a:pt x="86828" y="593472"/>
                    </a:lnTo>
                    <a:cubicBezTo>
                      <a:pt x="87731" y="587925"/>
                      <a:pt x="88564" y="582377"/>
                      <a:pt x="89466" y="576844"/>
                    </a:cubicBezTo>
                    <a:cubicBezTo>
                      <a:pt x="93146" y="553503"/>
                      <a:pt x="96617" y="530113"/>
                      <a:pt x="100089" y="506736"/>
                    </a:cubicBezTo>
                    <a:lnTo>
                      <a:pt x="105365" y="471210"/>
                    </a:lnTo>
                    <a:cubicBezTo>
                      <a:pt x="106615" y="462768"/>
                      <a:pt x="108073" y="454305"/>
                      <a:pt x="109114" y="445800"/>
                    </a:cubicBezTo>
                    <a:cubicBezTo>
                      <a:pt x="116959" y="461511"/>
                      <a:pt x="125846" y="476626"/>
                      <a:pt x="136121" y="490886"/>
                    </a:cubicBezTo>
                    <a:cubicBezTo>
                      <a:pt x="137441" y="492754"/>
                      <a:pt x="140010" y="490546"/>
                      <a:pt x="138829" y="488678"/>
                    </a:cubicBezTo>
                    <a:cubicBezTo>
                      <a:pt x="136885" y="485603"/>
                      <a:pt x="135011" y="482492"/>
                      <a:pt x="133136" y="479410"/>
                    </a:cubicBezTo>
                    <a:cubicBezTo>
                      <a:pt x="124666" y="465573"/>
                      <a:pt x="117029" y="451250"/>
                      <a:pt x="110155" y="436552"/>
                    </a:cubicBezTo>
                    <a:lnTo>
                      <a:pt x="110225" y="435671"/>
                    </a:lnTo>
                    <a:cubicBezTo>
                      <a:pt x="110364" y="434518"/>
                      <a:pt x="109670" y="433893"/>
                      <a:pt x="108837" y="433733"/>
                    </a:cubicBezTo>
                    <a:cubicBezTo>
                      <a:pt x="103907" y="423042"/>
                      <a:pt x="99395" y="412169"/>
                      <a:pt x="95367" y="401116"/>
                    </a:cubicBezTo>
                    <a:cubicBezTo>
                      <a:pt x="85370" y="373734"/>
                      <a:pt x="78011" y="345422"/>
                      <a:pt x="72734" y="316720"/>
                    </a:cubicBezTo>
                    <a:cubicBezTo>
                      <a:pt x="67180" y="286415"/>
                      <a:pt x="63986" y="255687"/>
                      <a:pt x="62459" y="224910"/>
                    </a:cubicBezTo>
                    <a:cubicBezTo>
                      <a:pt x="60723" y="191883"/>
                      <a:pt x="61001" y="158801"/>
                      <a:pt x="62182" y="125781"/>
                    </a:cubicBezTo>
                    <a:cubicBezTo>
                      <a:pt x="63292" y="92789"/>
                      <a:pt x="65097" y="59804"/>
                      <a:pt x="66694" y="26847"/>
                    </a:cubicBezTo>
                    <a:cubicBezTo>
                      <a:pt x="66763" y="24966"/>
                      <a:pt x="63986" y="24653"/>
                      <a:pt x="63778" y="26562"/>
                    </a:cubicBezTo>
                    <a:cubicBezTo>
                      <a:pt x="63500" y="30659"/>
                      <a:pt x="63083" y="34755"/>
                      <a:pt x="62667" y="38865"/>
                    </a:cubicBezTo>
                    <a:cubicBezTo>
                      <a:pt x="61001" y="57534"/>
                      <a:pt x="59751" y="76259"/>
                      <a:pt x="58779" y="94997"/>
                    </a:cubicBezTo>
                    <a:cubicBezTo>
                      <a:pt x="56766" y="86499"/>
                      <a:pt x="54058" y="78126"/>
                      <a:pt x="51212" y="69920"/>
                    </a:cubicBezTo>
                    <a:cubicBezTo>
                      <a:pt x="48018" y="60790"/>
                      <a:pt x="44616" y="51431"/>
                      <a:pt x="40312" y="42677"/>
                    </a:cubicBezTo>
                    <a:cubicBezTo>
                      <a:pt x="41770" y="42913"/>
                      <a:pt x="42950" y="40823"/>
                      <a:pt x="41631" y="39462"/>
                    </a:cubicBezTo>
                    <a:cubicBezTo>
                      <a:pt x="30939" y="28340"/>
                      <a:pt x="19761" y="17738"/>
                      <a:pt x="8931" y="6706"/>
                    </a:cubicBezTo>
                    <a:cubicBezTo>
                      <a:pt x="7056" y="4797"/>
                      <a:pt x="5251" y="2839"/>
                      <a:pt x="3376" y="916"/>
                    </a:cubicBezTo>
                    <a:lnTo>
                      <a:pt x="3376" y="8074"/>
                    </a:lnTo>
                    <a:cubicBezTo>
                      <a:pt x="13096" y="17967"/>
                      <a:pt x="22955" y="27840"/>
                      <a:pt x="33300" y="37018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42">
                <a:extLst>
                  <a:ext uri="{FF2B5EF4-FFF2-40B4-BE49-F238E27FC236}">
                    <a16:creationId xmlns:a16="http://schemas.microsoft.com/office/drawing/2014/main" id="{AD8B9849-9B31-8ECF-9887-99F117295F62}"/>
                  </a:ext>
                </a:extLst>
              </p:cNvPr>
              <p:cNvSpPr/>
              <p:nvPr/>
            </p:nvSpPr>
            <p:spPr>
              <a:xfrm>
                <a:off x="5588057" y="2107084"/>
                <a:ext cx="162356" cy="358500"/>
              </a:xfrm>
              <a:custGeom>
                <a:avLst/>
                <a:gdLst/>
                <a:ahLst/>
                <a:cxnLst/>
                <a:rect l="l" t="t" r="r" b="b"/>
                <a:pathLst>
                  <a:path w="216474" h="478000" extrusionOk="0">
                    <a:moveTo>
                      <a:pt x="30038" y="40274"/>
                    </a:moveTo>
                    <a:cubicBezTo>
                      <a:pt x="71417" y="98850"/>
                      <a:pt x="113143" y="157176"/>
                      <a:pt x="154730" y="215585"/>
                    </a:cubicBezTo>
                    <a:cubicBezTo>
                      <a:pt x="126056" y="220674"/>
                      <a:pt x="97382" y="225700"/>
                      <a:pt x="68778" y="230790"/>
                    </a:cubicBezTo>
                    <a:cubicBezTo>
                      <a:pt x="66696" y="231144"/>
                      <a:pt x="66279" y="233699"/>
                      <a:pt x="67738" y="234976"/>
                    </a:cubicBezTo>
                    <a:cubicBezTo>
                      <a:pt x="91204" y="255110"/>
                      <a:pt x="112518" y="277715"/>
                      <a:pt x="131472" y="302175"/>
                    </a:cubicBezTo>
                    <a:cubicBezTo>
                      <a:pt x="165352" y="345831"/>
                      <a:pt x="191596" y="395423"/>
                      <a:pt x="209022" y="448000"/>
                    </a:cubicBezTo>
                    <a:cubicBezTo>
                      <a:pt x="212355" y="458150"/>
                      <a:pt x="215409" y="468412"/>
                      <a:pt x="218117" y="478798"/>
                    </a:cubicBezTo>
                    <a:cubicBezTo>
                      <a:pt x="218742" y="474792"/>
                      <a:pt x="219367" y="470877"/>
                      <a:pt x="219922" y="467044"/>
                    </a:cubicBezTo>
                    <a:lnTo>
                      <a:pt x="219922" y="467030"/>
                    </a:lnTo>
                    <a:cubicBezTo>
                      <a:pt x="209438" y="429886"/>
                      <a:pt x="194511" y="393986"/>
                      <a:pt x="175766" y="360390"/>
                    </a:cubicBezTo>
                    <a:cubicBezTo>
                      <a:pt x="149245" y="312985"/>
                      <a:pt x="115017" y="270245"/>
                      <a:pt x="74333" y="234539"/>
                    </a:cubicBezTo>
                    <a:cubicBezTo>
                      <a:pt x="102520" y="229491"/>
                      <a:pt x="130708" y="224423"/>
                      <a:pt x="158964" y="219390"/>
                    </a:cubicBezTo>
                    <a:cubicBezTo>
                      <a:pt x="160632" y="219084"/>
                      <a:pt x="161256" y="217133"/>
                      <a:pt x="160354" y="215779"/>
                    </a:cubicBezTo>
                    <a:cubicBezTo>
                      <a:pt x="148273" y="198895"/>
                      <a:pt x="136262" y="182024"/>
                      <a:pt x="124251" y="165146"/>
                    </a:cubicBezTo>
                    <a:cubicBezTo>
                      <a:pt x="85233" y="110291"/>
                      <a:pt x="46701" y="54951"/>
                      <a:pt x="6641" y="797"/>
                    </a:cubicBezTo>
                    <a:cubicBezTo>
                      <a:pt x="5600" y="1283"/>
                      <a:pt x="4488" y="1769"/>
                      <a:pt x="3448" y="2255"/>
                    </a:cubicBezTo>
                    <a:cubicBezTo>
                      <a:pt x="12196" y="14995"/>
                      <a:pt x="21082" y="27638"/>
                      <a:pt x="30038" y="40274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42">
                <a:extLst>
                  <a:ext uri="{FF2B5EF4-FFF2-40B4-BE49-F238E27FC236}">
                    <a16:creationId xmlns:a16="http://schemas.microsoft.com/office/drawing/2014/main" id="{0DE6FC6B-514C-68FF-3477-C3ADAB919E93}"/>
                  </a:ext>
                </a:extLst>
              </p:cNvPr>
              <p:cNvSpPr/>
              <p:nvPr/>
            </p:nvSpPr>
            <p:spPr>
              <a:xfrm>
                <a:off x="5427470" y="2195003"/>
                <a:ext cx="155014" cy="68519"/>
              </a:xfrm>
              <a:custGeom>
                <a:avLst/>
                <a:gdLst/>
                <a:ahLst/>
                <a:cxnLst/>
                <a:rect l="l" t="t" r="r" b="b"/>
                <a:pathLst>
                  <a:path w="206685" h="91359" extrusionOk="0">
                    <a:moveTo>
                      <a:pt x="3348" y="6646"/>
                    </a:moveTo>
                    <a:cubicBezTo>
                      <a:pt x="3348" y="6646"/>
                      <a:pt x="108739" y="-15828"/>
                      <a:pt x="210033" y="27072"/>
                    </a:cubicBezTo>
                    <a:cubicBezTo>
                      <a:pt x="210033" y="27072"/>
                      <a:pt x="192816" y="93784"/>
                      <a:pt x="106170" y="92090"/>
                    </a:cubicBezTo>
                    <a:cubicBezTo>
                      <a:pt x="19594" y="90396"/>
                      <a:pt x="3348" y="6646"/>
                      <a:pt x="3348" y="6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42">
                <a:extLst>
                  <a:ext uri="{FF2B5EF4-FFF2-40B4-BE49-F238E27FC236}">
                    <a16:creationId xmlns:a16="http://schemas.microsoft.com/office/drawing/2014/main" id="{FA0BAF6B-0BA5-FFBE-4043-3D2B5459DC61}"/>
                  </a:ext>
                </a:extLst>
              </p:cNvPr>
              <p:cNvSpPr/>
              <p:nvPr/>
            </p:nvSpPr>
            <p:spPr>
              <a:xfrm>
                <a:off x="5412630" y="1938184"/>
                <a:ext cx="159197" cy="330965"/>
              </a:xfrm>
              <a:custGeom>
                <a:avLst/>
                <a:gdLst/>
                <a:ahLst/>
                <a:cxnLst/>
                <a:rect l="l" t="t" r="r" b="b"/>
                <a:pathLst>
                  <a:path w="212263" h="441286" extrusionOk="0">
                    <a:moveTo>
                      <a:pt x="27015" y="130458"/>
                    </a:moveTo>
                    <a:cubicBezTo>
                      <a:pt x="27015" y="130458"/>
                      <a:pt x="18615" y="84192"/>
                      <a:pt x="17920" y="72979"/>
                    </a:cubicBezTo>
                    <a:cubicBezTo>
                      <a:pt x="17226" y="61760"/>
                      <a:pt x="30486" y="49145"/>
                      <a:pt x="30486" y="49145"/>
                    </a:cubicBezTo>
                    <a:cubicBezTo>
                      <a:pt x="30486" y="49145"/>
                      <a:pt x="33958" y="27414"/>
                      <a:pt x="41595" y="23908"/>
                    </a:cubicBezTo>
                    <a:cubicBezTo>
                      <a:pt x="49232" y="20409"/>
                      <a:pt x="63811" y="19006"/>
                      <a:pt x="63811" y="19006"/>
                    </a:cubicBezTo>
                    <a:cubicBezTo>
                      <a:pt x="63811" y="19006"/>
                      <a:pt x="69366" y="2177"/>
                      <a:pt x="82627" y="775"/>
                    </a:cubicBezTo>
                    <a:cubicBezTo>
                      <a:pt x="95818" y="-621"/>
                      <a:pt x="138238" y="14799"/>
                      <a:pt x="153512" y="26713"/>
                    </a:cubicBezTo>
                    <a:cubicBezTo>
                      <a:pt x="168786" y="38626"/>
                      <a:pt x="182740" y="42133"/>
                      <a:pt x="188989" y="63162"/>
                    </a:cubicBezTo>
                    <a:cubicBezTo>
                      <a:pt x="195238" y="84192"/>
                      <a:pt x="218149" y="199851"/>
                      <a:pt x="215372" y="218777"/>
                    </a:cubicBezTo>
                    <a:cubicBezTo>
                      <a:pt x="212594" y="237703"/>
                      <a:pt x="174340" y="315510"/>
                      <a:pt x="174340" y="315510"/>
                    </a:cubicBezTo>
                    <a:lnTo>
                      <a:pt x="175798" y="422053"/>
                    </a:lnTo>
                    <a:cubicBezTo>
                      <a:pt x="175798" y="422053"/>
                      <a:pt x="143792" y="473221"/>
                      <a:pt x="60340" y="411542"/>
                    </a:cubicBezTo>
                    <a:cubicBezTo>
                      <a:pt x="60340" y="411542"/>
                      <a:pt x="72212" y="312705"/>
                      <a:pt x="70060" y="307095"/>
                    </a:cubicBezTo>
                    <a:cubicBezTo>
                      <a:pt x="67977" y="301493"/>
                      <a:pt x="38817" y="267841"/>
                      <a:pt x="22780" y="239105"/>
                    </a:cubicBezTo>
                    <a:cubicBezTo>
                      <a:pt x="6811" y="210362"/>
                      <a:pt x="3340" y="190742"/>
                      <a:pt x="3340" y="181626"/>
                    </a:cubicBezTo>
                    <a:cubicBezTo>
                      <a:pt x="3340" y="172517"/>
                      <a:pt x="27015" y="130458"/>
                      <a:pt x="27015" y="130458"/>
                    </a:cubicBezTo>
                    <a:close/>
                  </a:path>
                </a:pathLst>
              </a:custGeom>
              <a:solidFill>
                <a:srgbClr val="F6938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42">
                <a:extLst>
                  <a:ext uri="{FF2B5EF4-FFF2-40B4-BE49-F238E27FC236}">
                    <a16:creationId xmlns:a16="http://schemas.microsoft.com/office/drawing/2014/main" id="{2F3CC387-ADFF-A8D7-8551-CB6483F26D6D}"/>
                  </a:ext>
                </a:extLst>
              </p:cNvPr>
              <p:cNvSpPr/>
              <p:nvPr/>
            </p:nvSpPr>
            <p:spPr>
              <a:xfrm>
                <a:off x="5431328" y="2026077"/>
                <a:ext cx="65704" cy="57732"/>
              </a:xfrm>
              <a:custGeom>
                <a:avLst/>
                <a:gdLst/>
                <a:ahLst/>
                <a:cxnLst/>
                <a:rect l="l" t="t" r="r" b="b"/>
                <a:pathLst>
                  <a:path w="87606" h="76976" extrusionOk="0">
                    <a:moveTo>
                      <a:pt x="87880" y="57317"/>
                    </a:moveTo>
                    <a:cubicBezTo>
                      <a:pt x="84339" y="50895"/>
                      <a:pt x="79619" y="44917"/>
                      <a:pt x="74897" y="39322"/>
                    </a:cubicBezTo>
                    <a:cubicBezTo>
                      <a:pt x="65386" y="28054"/>
                      <a:pt x="54347" y="18139"/>
                      <a:pt x="42128" y="10023"/>
                    </a:cubicBezTo>
                    <a:cubicBezTo>
                      <a:pt x="35255" y="5497"/>
                      <a:pt x="27686" y="734"/>
                      <a:pt x="19216" y="657"/>
                    </a:cubicBezTo>
                    <a:cubicBezTo>
                      <a:pt x="12552" y="595"/>
                      <a:pt x="5609" y="4337"/>
                      <a:pt x="3387" y="10919"/>
                    </a:cubicBezTo>
                    <a:cubicBezTo>
                      <a:pt x="2971" y="12168"/>
                      <a:pt x="4706" y="13022"/>
                      <a:pt x="5261" y="11766"/>
                    </a:cubicBezTo>
                    <a:cubicBezTo>
                      <a:pt x="7622" y="6212"/>
                      <a:pt x="13940" y="3664"/>
                      <a:pt x="19633" y="3920"/>
                    </a:cubicBezTo>
                    <a:cubicBezTo>
                      <a:pt x="26714" y="4247"/>
                      <a:pt x="33171" y="8315"/>
                      <a:pt x="38934" y="12141"/>
                    </a:cubicBezTo>
                    <a:cubicBezTo>
                      <a:pt x="50250" y="19653"/>
                      <a:pt x="60664" y="28678"/>
                      <a:pt x="69690" y="38912"/>
                    </a:cubicBezTo>
                    <a:cubicBezTo>
                      <a:pt x="74203" y="44022"/>
                      <a:pt x="78369" y="49416"/>
                      <a:pt x="82118" y="55082"/>
                    </a:cubicBezTo>
                    <a:cubicBezTo>
                      <a:pt x="84964" y="59282"/>
                      <a:pt x="90310" y="67363"/>
                      <a:pt x="85381" y="71973"/>
                    </a:cubicBezTo>
                    <a:cubicBezTo>
                      <a:pt x="81007" y="76090"/>
                      <a:pt x="73301" y="72862"/>
                      <a:pt x="68788" y="70654"/>
                    </a:cubicBezTo>
                    <a:cubicBezTo>
                      <a:pt x="62748" y="67676"/>
                      <a:pt x="57402" y="63399"/>
                      <a:pt x="52194" y="59101"/>
                    </a:cubicBezTo>
                    <a:cubicBezTo>
                      <a:pt x="40669" y="49583"/>
                      <a:pt x="27270" y="38079"/>
                      <a:pt x="11302" y="40752"/>
                    </a:cubicBezTo>
                    <a:cubicBezTo>
                      <a:pt x="9357" y="41078"/>
                      <a:pt x="9635" y="43959"/>
                      <a:pt x="11580" y="43800"/>
                    </a:cubicBezTo>
                    <a:cubicBezTo>
                      <a:pt x="16578" y="43383"/>
                      <a:pt x="21230" y="44265"/>
                      <a:pt x="25674" y="45945"/>
                    </a:cubicBezTo>
                    <a:cubicBezTo>
                      <a:pt x="24910" y="46278"/>
                      <a:pt x="24077" y="46611"/>
                      <a:pt x="23382" y="46952"/>
                    </a:cubicBezTo>
                    <a:cubicBezTo>
                      <a:pt x="21577" y="47771"/>
                      <a:pt x="19703" y="48590"/>
                      <a:pt x="18105" y="49729"/>
                    </a:cubicBezTo>
                    <a:lnTo>
                      <a:pt x="17828" y="51034"/>
                    </a:lnTo>
                    <a:lnTo>
                      <a:pt x="19077" y="51499"/>
                    </a:lnTo>
                    <a:cubicBezTo>
                      <a:pt x="20952" y="51048"/>
                      <a:pt x="22757" y="50208"/>
                      <a:pt x="24493" y="49416"/>
                    </a:cubicBezTo>
                    <a:cubicBezTo>
                      <a:pt x="25396" y="49014"/>
                      <a:pt x="26298" y="48590"/>
                      <a:pt x="27131" y="48180"/>
                    </a:cubicBezTo>
                    <a:lnTo>
                      <a:pt x="28797" y="47292"/>
                    </a:lnTo>
                    <a:cubicBezTo>
                      <a:pt x="37060" y="51228"/>
                      <a:pt x="44419" y="57727"/>
                      <a:pt x="51361" y="63378"/>
                    </a:cubicBezTo>
                    <a:cubicBezTo>
                      <a:pt x="56985" y="67953"/>
                      <a:pt x="62817" y="72418"/>
                      <a:pt x="69551" y="75222"/>
                    </a:cubicBezTo>
                    <a:cubicBezTo>
                      <a:pt x="75036" y="77514"/>
                      <a:pt x="82604" y="79340"/>
                      <a:pt x="87602" y="75000"/>
                    </a:cubicBezTo>
                    <a:cubicBezTo>
                      <a:pt x="93018" y="70314"/>
                      <a:pt x="90866" y="62726"/>
                      <a:pt x="87880" y="5731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42">
                <a:extLst>
                  <a:ext uri="{FF2B5EF4-FFF2-40B4-BE49-F238E27FC236}">
                    <a16:creationId xmlns:a16="http://schemas.microsoft.com/office/drawing/2014/main" id="{EC596502-2124-FA65-E414-B1B138E9ED75}"/>
                  </a:ext>
                </a:extLst>
              </p:cNvPr>
              <p:cNvSpPr/>
              <p:nvPr/>
            </p:nvSpPr>
            <p:spPr>
              <a:xfrm>
                <a:off x="5452638" y="2079723"/>
                <a:ext cx="41001" cy="59515"/>
              </a:xfrm>
              <a:custGeom>
                <a:avLst/>
                <a:gdLst/>
                <a:ahLst/>
                <a:cxnLst/>
                <a:rect l="l" t="t" r="r" b="b"/>
                <a:pathLst>
                  <a:path w="54668" h="79353" extrusionOk="0">
                    <a:moveTo>
                      <a:pt x="24273" y="9364"/>
                    </a:moveTo>
                    <a:cubicBezTo>
                      <a:pt x="18163" y="5331"/>
                      <a:pt x="11637" y="2533"/>
                      <a:pt x="4555" y="721"/>
                    </a:cubicBezTo>
                    <a:cubicBezTo>
                      <a:pt x="3375" y="429"/>
                      <a:pt x="2819" y="2283"/>
                      <a:pt x="3930" y="2706"/>
                    </a:cubicBezTo>
                    <a:cubicBezTo>
                      <a:pt x="15247" y="7094"/>
                      <a:pt x="26077" y="13919"/>
                      <a:pt x="34478" y="22778"/>
                    </a:cubicBezTo>
                    <a:cubicBezTo>
                      <a:pt x="43504" y="32282"/>
                      <a:pt x="49475" y="44002"/>
                      <a:pt x="52668" y="56721"/>
                    </a:cubicBezTo>
                    <a:cubicBezTo>
                      <a:pt x="54543" y="64052"/>
                      <a:pt x="55029" y="71537"/>
                      <a:pt x="55098" y="79076"/>
                    </a:cubicBezTo>
                    <a:cubicBezTo>
                      <a:pt x="55098" y="80347"/>
                      <a:pt x="57112" y="80361"/>
                      <a:pt x="57319" y="79146"/>
                    </a:cubicBezTo>
                    <a:cubicBezTo>
                      <a:pt x="61416" y="52159"/>
                      <a:pt x="46489" y="23972"/>
                      <a:pt x="24273" y="936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42">
                <a:extLst>
                  <a:ext uri="{FF2B5EF4-FFF2-40B4-BE49-F238E27FC236}">
                    <a16:creationId xmlns:a16="http://schemas.microsoft.com/office/drawing/2014/main" id="{9E450EC1-350B-4FFA-6B2D-C93DF4CD6842}"/>
                  </a:ext>
                </a:extLst>
              </p:cNvPr>
              <p:cNvSpPr/>
              <p:nvPr/>
            </p:nvSpPr>
            <p:spPr>
              <a:xfrm>
                <a:off x="5433134" y="1971838"/>
                <a:ext cx="61239" cy="74011"/>
              </a:xfrm>
              <a:custGeom>
                <a:avLst/>
                <a:gdLst/>
                <a:ahLst/>
                <a:cxnLst/>
                <a:rect l="l" t="t" r="r" b="b"/>
                <a:pathLst>
                  <a:path w="81652" h="98681" extrusionOk="0">
                    <a:moveTo>
                      <a:pt x="83667" y="81724"/>
                    </a:moveTo>
                    <a:cubicBezTo>
                      <a:pt x="80335" y="69143"/>
                      <a:pt x="73808" y="57646"/>
                      <a:pt x="66449" y="47051"/>
                    </a:cubicBezTo>
                    <a:cubicBezTo>
                      <a:pt x="62630" y="41615"/>
                      <a:pt x="58534" y="36374"/>
                      <a:pt x="54438" y="31187"/>
                    </a:cubicBezTo>
                    <a:cubicBezTo>
                      <a:pt x="50273" y="25959"/>
                      <a:pt x="46176" y="20655"/>
                      <a:pt x="41594" y="15802"/>
                    </a:cubicBezTo>
                    <a:cubicBezTo>
                      <a:pt x="32013" y="5680"/>
                      <a:pt x="18266" y="-2853"/>
                      <a:pt x="3964" y="2056"/>
                    </a:cubicBezTo>
                    <a:cubicBezTo>
                      <a:pt x="2714" y="2479"/>
                      <a:pt x="3478" y="4243"/>
                      <a:pt x="4659" y="3916"/>
                    </a:cubicBezTo>
                    <a:cubicBezTo>
                      <a:pt x="16669" y="646"/>
                      <a:pt x="28612" y="7408"/>
                      <a:pt x="37012" y="15636"/>
                    </a:cubicBezTo>
                    <a:cubicBezTo>
                      <a:pt x="41386" y="19961"/>
                      <a:pt x="45204" y="24849"/>
                      <a:pt x="49023" y="29681"/>
                    </a:cubicBezTo>
                    <a:cubicBezTo>
                      <a:pt x="52703" y="34325"/>
                      <a:pt x="56383" y="38991"/>
                      <a:pt x="59854" y="43768"/>
                    </a:cubicBezTo>
                    <a:cubicBezTo>
                      <a:pt x="66935" y="53349"/>
                      <a:pt x="73392" y="63464"/>
                      <a:pt x="77696" y="74628"/>
                    </a:cubicBezTo>
                    <a:cubicBezTo>
                      <a:pt x="78738" y="77363"/>
                      <a:pt x="79710" y="80148"/>
                      <a:pt x="80474" y="82980"/>
                    </a:cubicBezTo>
                    <a:cubicBezTo>
                      <a:pt x="81237" y="85952"/>
                      <a:pt x="82279" y="89520"/>
                      <a:pt x="81168" y="92540"/>
                    </a:cubicBezTo>
                    <a:cubicBezTo>
                      <a:pt x="80126" y="95387"/>
                      <a:pt x="77488" y="96574"/>
                      <a:pt x="74850" y="95102"/>
                    </a:cubicBezTo>
                    <a:cubicBezTo>
                      <a:pt x="72004" y="93554"/>
                      <a:pt x="69434" y="91270"/>
                      <a:pt x="66865" y="89361"/>
                    </a:cubicBezTo>
                    <a:cubicBezTo>
                      <a:pt x="54369" y="80168"/>
                      <a:pt x="42011" y="70830"/>
                      <a:pt x="29236" y="62096"/>
                    </a:cubicBezTo>
                    <a:cubicBezTo>
                      <a:pt x="27778" y="61131"/>
                      <a:pt x="26181" y="63117"/>
                      <a:pt x="27570" y="64221"/>
                    </a:cubicBezTo>
                    <a:cubicBezTo>
                      <a:pt x="39511" y="73698"/>
                      <a:pt x="51870" y="82605"/>
                      <a:pt x="64158" y="91645"/>
                    </a:cubicBezTo>
                    <a:cubicBezTo>
                      <a:pt x="67004" y="93734"/>
                      <a:pt x="69782" y="96046"/>
                      <a:pt x="72767" y="97886"/>
                    </a:cubicBezTo>
                    <a:cubicBezTo>
                      <a:pt x="75197" y="99372"/>
                      <a:pt x="77905" y="99900"/>
                      <a:pt x="80474" y="98469"/>
                    </a:cubicBezTo>
                    <a:cubicBezTo>
                      <a:pt x="86583" y="95061"/>
                      <a:pt x="85194" y="87319"/>
                      <a:pt x="83667" y="81724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42">
                <a:extLst>
                  <a:ext uri="{FF2B5EF4-FFF2-40B4-BE49-F238E27FC236}">
                    <a16:creationId xmlns:a16="http://schemas.microsoft.com/office/drawing/2014/main" id="{B093B044-210F-7D59-54B1-1F9B4B493425}"/>
                  </a:ext>
                </a:extLst>
              </p:cNvPr>
              <p:cNvSpPr/>
              <p:nvPr/>
            </p:nvSpPr>
            <p:spPr>
              <a:xfrm>
                <a:off x="5457932" y="1950872"/>
                <a:ext cx="4217" cy="3171"/>
              </a:xfrm>
              <a:custGeom>
                <a:avLst/>
                <a:gdLst/>
                <a:ahLst/>
                <a:cxnLst/>
                <a:rect l="l" t="t" r="r" b="b"/>
                <a:pathLst>
                  <a:path w="5623" h="4228" extrusionOk="0">
                    <a:moveTo>
                      <a:pt x="8805" y="2927"/>
                    </a:moveTo>
                    <a:lnTo>
                      <a:pt x="8458" y="2399"/>
                    </a:lnTo>
                    <a:lnTo>
                      <a:pt x="7972" y="1920"/>
                    </a:lnTo>
                    <a:lnTo>
                      <a:pt x="7278" y="1545"/>
                    </a:lnTo>
                    <a:lnTo>
                      <a:pt x="6305" y="1198"/>
                    </a:lnTo>
                    <a:lnTo>
                      <a:pt x="5403" y="914"/>
                    </a:lnTo>
                    <a:lnTo>
                      <a:pt x="5750" y="1004"/>
                    </a:lnTo>
                    <a:lnTo>
                      <a:pt x="5403" y="893"/>
                    </a:lnTo>
                    <a:lnTo>
                      <a:pt x="5194" y="865"/>
                    </a:lnTo>
                    <a:lnTo>
                      <a:pt x="5056" y="789"/>
                    </a:lnTo>
                    <a:lnTo>
                      <a:pt x="4709" y="685"/>
                    </a:lnTo>
                    <a:lnTo>
                      <a:pt x="4500" y="594"/>
                    </a:lnTo>
                    <a:lnTo>
                      <a:pt x="3321" y="976"/>
                    </a:lnTo>
                    <a:lnTo>
                      <a:pt x="3528" y="2219"/>
                    </a:lnTo>
                    <a:lnTo>
                      <a:pt x="3737" y="2372"/>
                    </a:lnTo>
                    <a:lnTo>
                      <a:pt x="3945" y="2587"/>
                    </a:lnTo>
                    <a:lnTo>
                      <a:pt x="4154" y="2747"/>
                    </a:lnTo>
                    <a:lnTo>
                      <a:pt x="4639" y="3219"/>
                    </a:lnTo>
                    <a:lnTo>
                      <a:pt x="5125" y="3614"/>
                    </a:lnTo>
                    <a:lnTo>
                      <a:pt x="5750" y="4163"/>
                    </a:lnTo>
                    <a:lnTo>
                      <a:pt x="7069" y="4760"/>
                    </a:lnTo>
                    <a:lnTo>
                      <a:pt x="7625" y="4822"/>
                    </a:lnTo>
                    <a:lnTo>
                      <a:pt x="8180" y="4690"/>
                    </a:lnTo>
                    <a:lnTo>
                      <a:pt x="8944" y="3455"/>
                    </a:lnTo>
                    <a:lnTo>
                      <a:pt x="8805" y="2927"/>
                    </a:ln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42">
                <a:extLst>
                  <a:ext uri="{FF2B5EF4-FFF2-40B4-BE49-F238E27FC236}">
                    <a16:creationId xmlns:a16="http://schemas.microsoft.com/office/drawing/2014/main" id="{1C46D92D-DC7F-C416-3289-814A6B275E4A}"/>
                  </a:ext>
                </a:extLst>
              </p:cNvPr>
              <p:cNvSpPr/>
              <p:nvPr/>
            </p:nvSpPr>
            <p:spPr>
              <a:xfrm>
                <a:off x="5520506" y="2051699"/>
                <a:ext cx="14290" cy="91303"/>
              </a:xfrm>
              <a:custGeom>
                <a:avLst/>
                <a:gdLst/>
                <a:ahLst/>
                <a:cxnLst/>
                <a:rect l="l" t="t" r="r" b="b"/>
                <a:pathLst>
                  <a:path w="19054" h="121738" extrusionOk="0">
                    <a:moveTo>
                      <a:pt x="20390" y="1290"/>
                    </a:moveTo>
                    <a:cubicBezTo>
                      <a:pt x="18655" y="5039"/>
                      <a:pt x="16850" y="8733"/>
                      <a:pt x="15392" y="12614"/>
                    </a:cubicBezTo>
                    <a:cubicBezTo>
                      <a:pt x="14003" y="16238"/>
                      <a:pt x="12823" y="19925"/>
                      <a:pt x="11712" y="23639"/>
                    </a:cubicBezTo>
                    <a:cubicBezTo>
                      <a:pt x="9420" y="31380"/>
                      <a:pt x="7547" y="39253"/>
                      <a:pt x="6227" y="47223"/>
                    </a:cubicBezTo>
                    <a:cubicBezTo>
                      <a:pt x="3589" y="62914"/>
                      <a:pt x="2756" y="78910"/>
                      <a:pt x="3797" y="94795"/>
                    </a:cubicBezTo>
                    <a:cubicBezTo>
                      <a:pt x="4352" y="103744"/>
                      <a:pt x="5324" y="112971"/>
                      <a:pt x="7963" y="121559"/>
                    </a:cubicBezTo>
                    <a:cubicBezTo>
                      <a:pt x="8449" y="123059"/>
                      <a:pt x="10740" y="122441"/>
                      <a:pt x="10601" y="120935"/>
                    </a:cubicBezTo>
                    <a:cubicBezTo>
                      <a:pt x="9907" y="113103"/>
                      <a:pt x="8587" y="105348"/>
                      <a:pt x="7963" y="97503"/>
                    </a:cubicBezTo>
                    <a:cubicBezTo>
                      <a:pt x="7338" y="89630"/>
                      <a:pt x="7130" y="81708"/>
                      <a:pt x="7408" y="73807"/>
                    </a:cubicBezTo>
                    <a:cubicBezTo>
                      <a:pt x="8032" y="58276"/>
                      <a:pt x="10323" y="42843"/>
                      <a:pt x="14281" y="27819"/>
                    </a:cubicBezTo>
                    <a:cubicBezTo>
                      <a:pt x="16572" y="19196"/>
                      <a:pt x="19210" y="10489"/>
                      <a:pt x="22335" y="2144"/>
                    </a:cubicBezTo>
                    <a:cubicBezTo>
                      <a:pt x="22820" y="888"/>
                      <a:pt x="21015" y="54"/>
                      <a:pt x="20390" y="1290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42">
                <a:extLst>
                  <a:ext uri="{FF2B5EF4-FFF2-40B4-BE49-F238E27FC236}">
                    <a16:creationId xmlns:a16="http://schemas.microsoft.com/office/drawing/2014/main" id="{58D770A1-FFA3-64B9-C22D-99BC0748167D}"/>
                  </a:ext>
                </a:extLst>
              </p:cNvPr>
              <p:cNvSpPr/>
              <p:nvPr/>
            </p:nvSpPr>
            <p:spPr>
              <a:xfrm>
                <a:off x="5506097" y="2030894"/>
                <a:ext cx="26347" cy="31148"/>
              </a:xfrm>
              <a:custGeom>
                <a:avLst/>
                <a:gdLst/>
                <a:ahLst/>
                <a:cxnLst/>
                <a:rect l="l" t="t" r="r" b="b"/>
                <a:pathLst>
                  <a:path w="35129" h="41531" extrusionOk="0">
                    <a:moveTo>
                      <a:pt x="31335" y="42183"/>
                    </a:moveTo>
                    <a:lnTo>
                      <a:pt x="10507" y="42183"/>
                    </a:lnTo>
                    <a:cubicBezTo>
                      <a:pt x="6550" y="42183"/>
                      <a:pt x="3357" y="38982"/>
                      <a:pt x="3357" y="35025"/>
                    </a:cubicBezTo>
                    <a:lnTo>
                      <a:pt x="3357" y="651"/>
                    </a:lnTo>
                    <a:lnTo>
                      <a:pt x="38486" y="651"/>
                    </a:lnTo>
                    <a:lnTo>
                      <a:pt x="38486" y="35025"/>
                    </a:lnTo>
                    <a:cubicBezTo>
                      <a:pt x="38486" y="38982"/>
                      <a:pt x="35223" y="42183"/>
                      <a:pt x="31335" y="421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42">
                <a:extLst>
                  <a:ext uri="{FF2B5EF4-FFF2-40B4-BE49-F238E27FC236}">
                    <a16:creationId xmlns:a16="http://schemas.microsoft.com/office/drawing/2014/main" id="{A95A08FB-5EC8-CB74-2AAC-4187D2EC72DC}"/>
                  </a:ext>
                </a:extLst>
              </p:cNvPr>
              <p:cNvSpPr/>
              <p:nvPr/>
            </p:nvSpPr>
            <p:spPr>
              <a:xfrm>
                <a:off x="5451059" y="1900332"/>
                <a:ext cx="136425" cy="137539"/>
              </a:xfrm>
              <a:custGeom>
                <a:avLst/>
                <a:gdLst/>
                <a:ahLst/>
                <a:cxnLst/>
                <a:rect l="l" t="t" r="r" b="b"/>
                <a:pathLst>
                  <a:path w="181900" h="183385" extrusionOk="0">
                    <a:moveTo>
                      <a:pt x="185257" y="92297"/>
                    </a:moveTo>
                    <a:cubicBezTo>
                      <a:pt x="185257" y="142938"/>
                      <a:pt x="144502" y="183990"/>
                      <a:pt x="94306" y="183990"/>
                    </a:cubicBezTo>
                    <a:cubicBezTo>
                      <a:pt x="44041" y="183990"/>
                      <a:pt x="3357" y="142938"/>
                      <a:pt x="3357" y="92297"/>
                    </a:cubicBezTo>
                    <a:cubicBezTo>
                      <a:pt x="3357" y="41657"/>
                      <a:pt x="44041" y="604"/>
                      <a:pt x="94306" y="604"/>
                    </a:cubicBezTo>
                    <a:cubicBezTo>
                      <a:pt x="144502" y="604"/>
                      <a:pt x="185257" y="41657"/>
                      <a:pt x="185257" y="9229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42">
                <a:extLst>
                  <a:ext uri="{FF2B5EF4-FFF2-40B4-BE49-F238E27FC236}">
                    <a16:creationId xmlns:a16="http://schemas.microsoft.com/office/drawing/2014/main" id="{76333125-5A8F-DB7A-05DF-AD4931CEF642}"/>
                  </a:ext>
                </a:extLst>
              </p:cNvPr>
              <p:cNvSpPr/>
              <p:nvPr/>
            </p:nvSpPr>
            <p:spPr>
              <a:xfrm>
                <a:off x="5468606" y="1918037"/>
                <a:ext cx="101277" cy="102136"/>
              </a:xfrm>
              <a:custGeom>
                <a:avLst/>
                <a:gdLst/>
                <a:ahLst/>
                <a:cxnLst/>
                <a:rect l="l" t="t" r="r" b="b"/>
                <a:pathLst>
                  <a:path w="135036" h="136181" extrusionOk="0">
                    <a:moveTo>
                      <a:pt x="138393" y="68692"/>
                    </a:moveTo>
                    <a:cubicBezTo>
                      <a:pt x="138393" y="106301"/>
                      <a:pt x="108192" y="136786"/>
                      <a:pt x="70909" y="136786"/>
                    </a:cubicBezTo>
                    <a:cubicBezTo>
                      <a:pt x="33557" y="136786"/>
                      <a:pt x="3357" y="106301"/>
                      <a:pt x="3357" y="68692"/>
                    </a:cubicBezTo>
                    <a:cubicBezTo>
                      <a:pt x="3357" y="31090"/>
                      <a:pt x="33557" y="604"/>
                      <a:pt x="70909" y="604"/>
                    </a:cubicBezTo>
                    <a:cubicBezTo>
                      <a:pt x="108192" y="604"/>
                      <a:pt x="138393" y="31090"/>
                      <a:pt x="138393" y="6869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42">
                <a:extLst>
                  <a:ext uri="{FF2B5EF4-FFF2-40B4-BE49-F238E27FC236}">
                    <a16:creationId xmlns:a16="http://schemas.microsoft.com/office/drawing/2014/main" id="{49F22965-5403-6DAD-CE34-3F14F495F1D1}"/>
                  </a:ext>
                </a:extLst>
              </p:cNvPr>
              <p:cNvSpPr/>
              <p:nvPr/>
            </p:nvSpPr>
            <p:spPr>
              <a:xfrm>
                <a:off x="5385785" y="2199415"/>
                <a:ext cx="205887" cy="366330"/>
              </a:xfrm>
              <a:custGeom>
                <a:avLst/>
                <a:gdLst/>
                <a:ahLst/>
                <a:cxnLst/>
                <a:rect l="l" t="t" r="r" b="b"/>
                <a:pathLst>
                  <a:path w="274516" h="488440" extrusionOk="0">
                    <a:moveTo>
                      <a:pt x="58919" y="856"/>
                    </a:moveTo>
                    <a:cubicBezTo>
                      <a:pt x="58919" y="856"/>
                      <a:pt x="109601" y="72345"/>
                      <a:pt x="156187" y="74386"/>
                    </a:cubicBezTo>
                    <a:cubicBezTo>
                      <a:pt x="202773" y="76435"/>
                      <a:pt x="265605" y="21281"/>
                      <a:pt x="265605" y="21281"/>
                    </a:cubicBezTo>
                    <a:cubicBezTo>
                      <a:pt x="265605" y="21281"/>
                      <a:pt x="324341" y="482925"/>
                      <a:pt x="184583" y="489049"/>
                    </a:cubicBezTo>
                    <a:cubicBezTo>
                      <a:pt x="44756" y="495179"/>
                      <a:pt x="-68688" y="388962"/>
                      <a:pt x="58919" y="85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2">
                <a:extLst>
                  <a:ext uri="{FF2B5EF4-FFF2-40B4-BE49-F238E27FC236}">
                    <a16:creationId xmlns:a16="http://schemas.microsoft.com/office/drawing/2014/main" id="{0CE22C29-DF1F-03E9-1715-B7C2B16E7169}"/>
                  </a:ext>
                </a:extLst>
              </p:cNvPr>
              <p:cNvSpPr/>
              <p:nvPr/>
            </p:nvSpPr>
            <p:spPr>
              <a:xfrm>
                <a:off x="5570323" y="2218580"/>
                <a:ext cx="31784" cy="318878"/>
              </a:xfrm>
              <a:custGeom>
                <a:avLst/>
                <a:gdLst/>
                <a:ahLst/>
                <a:cxnLst/>
                <a:rect l="l" t="t" r="r" b="b"/>
                <a:pathLst>
                  <a:path w="42379" h="425170" extrusionOk="0">
                    <a:moveTo>
                      <a:pt x="44537" y="95056"/>
                    </a:moveTo>
                    <a:cubicBezTo>
                      <a:pt x="43080" y="64015"/>
                      <a:pt x="40650" y="32613"/>
                      <a:pt x="34888" y="2051"/>
                    </a:cubicBezTo>
                    <a:cubicBezTo>
                      <a:pt x="34540" y="322"/>
                      <a:pt x="31972" y="510"/>
                      <a:pt x="32111" y="2322"/>
                    </a:cubicBezTo>
                    <a:cubicBezTo>
                      <a:pt x="34610" y="29996"/>
                      <a:pt x="37734" y="57572"/>
                      <a:pt x="39192" y="85336"/>
                    </a:cubicBezTo>
                    <a:cubicBezTo>
                      <a:pt x="40719" y="112809"/>
                      <a:pt x="41205" y="140309"/>
                      <a:pt x="40580" y="167809"/>
                    </a:cubicBezTo>
                    <a:cubicBezTo>
                      <a:pt x="39330" y="223150"/>
                      <a:pt x="33568" y="278344"/>
                      <a:pt x="23571" y="332776"/>
                    </a:cubicBezTo>
                    <a:cubicBezTo>
                      <a:pt x="20724" y="348105"/>
                      <a:pt x="17600" y="363372"/>
                      <a:pt x="14129" y="378563"/>
                    </a:cubicBezTo>
                    <a:cubicBezTo>
                      <a:pt x="10658" y="393712"/>
                      <a:pt x="6352" y="408729"/>
                      <a:pt x="3437" y="423996"/>
                    </a:cubicBezTo>
                    <a:cubicBezTo>
                      <a:pt x="3020" y="425933"/>
                      <a:pt x="6006" y="426891"/>
                      <a:pt x="6700" y="424996"/>
                    </a:cubicBezTo>
                    <a:cubicBezTo>
                      <a:pt x="11559" y="411985"/>
                      <a:pt x="14754" y="398280"/>
                      <a:pt x="17947" y="384784"/>
                    </a:cubicBezTo>
                    <a:cubicBezTo>
                      <a:pt x="21210" y="371141"/>
                      <a:pt x="24196" y="357429"/>
                      <a:pt x="26904" y="343655"/>
                    </a:cubicBezTo>
                    <a:cubicBezTo>
                      <a:pt x="32180" y="316384"/>
                      <a:pt x="36276" y="288904"/>
                      <a:pt x="39400" y="261293"/>
                    </a:cubicBezTo>
                    <a:cubicBezTo>
                      <a:pt x="45510" y="206140"/>
                      <a:pt x="47245" y="150487"/>
                      <a:pt x="44537" y="95056"/>
                    </a:cubicBezTo>
                    <a:close/>
                  </a:path>
                </a:pathLst>
              </a:custGeom>
              <a:solidFill>
                <a:srgbClr val="D6B6C8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42">
                <a:extLst>
                  <a:ext uri="{FF2B5EF4-FFF2-40B4-BE49-F238E27FC236}">
                    <a16:creationId xmlns:a16="http://schemas.microsoft.com/office/drawing/2014/main" id="{2FB7558F-8413-062C-F7BF-F9FC406334B3}"/>
                  </a:ext>
                </a:extLst>
              </p:cNvPr>
              <p:cNvSpPr/>
              <p:nvPr/>
            </p:nvSpPr>
            <p:spPr>
              <a:xfrm>
                <a:off x="5513127" y="2050738"/>
                <a:ext cx="248117" cy="422495"/>
              </a:xfrm>
              <a:custGeom>
                <a:avLst/>
                <a:gdLst/>
                <a:ahLst/>
                <a:cxnLst/>
                <a:rect l="l" t="t" r="r" b="b"/>
                <a:pathLst>
                  <a:path w="330822" h="563327" extrusionOk="0">
                    <a:moveTo>
                      <a:pt x="169985" y="564110"/>
                    </a:moveTo>
                    <a:cubicBezTo>
                      <a:pt x="152350" y="564110"/>
                      <a:pt x="135756" y="557111"/>
                      <a:pt x="120622" y="543247"/>
                    </a:cubicBezTo>
                    <a:cubicBezTo>
                      <a:pt x="75077" y="501465"/>
                      <a:pt x="41474" y="397338"/>
                      <a:pt x="20855" y="233767"/>
                    </a:cubicBezTo>
                    <a:cubicBezTo>
                      <a:pt x="5580" y="112609"/>
                      <a:pt x="3428" y="2074"/>
                      <a:pt x="3428" y="977"/>
                    </a:cubicBezTo>
                    <a:lnTo>
                      <a:pt x="14119" y="783"/>
                    </a:lnTo>
                    <a:cubicBezTo>
                      <a:pt x="14189" y="5156"/>
                      <a:pt x="23145" y="439342"/>
                      <a:pt x="127842" y="535270"/>
                    </a:cubicBezTo>
                    <a:cubicBezTo>
                      <a:pt x="142422" y="548620"/>
                      <a:pt x="157696" y="554487"/>
                      <a:pt x="174498" y="553147"/>
                    </a:cubicBezTo>
                    <a:cubicBezTo>
                      <a:pt x="323766" y="541421"/>
                      <a:pt x="323558" y="172136"/>
                      <a:pt x="323558" y="168401"/>
                    </a:cubicBezTo>
                    <a:lnTo>
                      <a:pt x="334250" y="168346"/>
                    </a:lnTo>
                    <a:cubicBezTo>
                      <a:pt x="334250" y="169297"/>
                      <a:pt x="334527" y="264468"/>
                      <a:pt x="315643" y="359910"/>
                    </a:cubicBezTo>
                    <a:cubicBezTo>
                      <a:pt x="304535" y="416243"/>
                      <a:pt x="288914" y="461739"/>
                      <a:pt x="269404" y="495133"/>
                    </a:cubicBezTo>
                    <a:cubicBezTo>
                      <a:pt x="244411" y="537825"/>
                      <a:pt x="212752" y="560958"/>
                      <a:pt x="175331" y="563901"/>
                    </a:cubicBezTo>
                    <a:cubicBezTo>
                      <a:pt x="173525" y="564040"/>
                      <a:pt x="171790" y="564110"/>
                      <a:pt x="169985" y="5641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42">
                <a:extLst>
                  <a:ext uri="{FF2B5EF4-FFF2-40B4-BE49-F238E27FC236}">
                    <a16:creationId xmlns:a16="http://schemas.microsoft.com/office/drawing/2014/main" id="{D9D40332-3E90-DDE3-2618-AA84D7758CEF}"/>
                  </a:ext>
                </a:extLst>
              </p:cNvPr>
              <p:cNvSpPr/>
              <p:nvPr/>
            </p:nvSpPr>
            <p:spPr>
              <a:xfrm>
                <a:off x="5625599" y="1858337"/>
                <a:ext cx="290653" cy="322171"/>
              </a:xfrm>
              <a:custGeom>
                <a:avLst/>
                <a:gdLst/>
                <a:ahLst/>
                <a:cxnLst/>
                <a:rect l="l" t="t" r="r" b="b"/>
                <a:pathLst>
                  <a:path w="387538" h="429561" extrusionOk="0">
                    <a:moveTo>
                      <a:pt x="179786" y="430196"/>
                    </a:moveTo>
                    <a:cubicBezTo>
                      <a:pt x="171454" y="430196"/>
                      <a:pt x="162429" y="425559"/>
                      <a:pt x="152293" y="416061"/>
                    </a:cubicBezTo>
                    <a:cubicBezTo>
                      <a:pt x="113343" y="379494"/>
                      <a:pt x="71201" y="283517"/>
                      <a:pt x="54886" y="243943"/>
                    </a:cubicBezTo>
                    <a:cubicBezTo>
                      <a:pt x="24129" y="169274"/>
                      <a:pt x="3510" y="99923"/>
                      <a:pt x="3510" y="71382"/>
                    </a:cubicBezTo>
                    <a:cubicBezTo>
                      <a:pt x="3510" y="42097"/>
                      <a:pt x="9411" y="22338"/>
                      <a:pt x="21144" y="12646"/>
                    </a:cubicBezTo>
                    <a:cubicBezTo>
                      <a:pt x="30239" y="5113"/>
                      <a:pt x="39265" y="6654"/>
                      <a:pt x="40237" y="6863"/>
                    </a:cubicBezTo>
                    <a:lnTo>
                      <a:pt x="38293" y="17450"/>
                    </a:lnTo>
                    <a:cubicBezTo>
                      <a:pt x="38015" y="17416"/>
                      <a:pt x="33016" y="16645"/>
                      <a:pt x="27670" y="21199"/>
                    </a:cubicBezTo>
                    <a:cubicBezTo>
                      <a:pt x="21491" y="26476"/>
                      <a:pt x="14202" y="39466"/>
                      <a:pt x="14202" y="71382"/>
                    </a:cubicBezTo>
                    <a:cubicBezTo>
                      <a:pt x="14202" y="98208"/>
                      <a:pt x="34960" y="167469"/>
                      <a:pt x="64814" y="239812"/>
                    </a:cubicBezTo>
                    <a:cubicBezTo>
                      <a:pt x="98209" y="320862"/>
                      <a:pt x="133617" y="383805"/>
                      <a:pt x="159582" y="408174"/>
                    </a:cubicBezTo>
                    <a:cubicBezTo>
                      <a:pt x="167845" y="415908"/>
                      <a:pt x="175134" y="419817"/>
                      <a:pt x="180688" y="419387"/>
                    </a:cubicBezTo>
                    <a:cubicBezTo>
                      <a:pt x="202974" y="417783"/>
                      <a:pt x="240951" y="374703"/>
                      <a:pt x="284830" y="301207"/>
                    </a:cubicBezTo>
                    <a:cubicBezTo>
                      <a:pt x="323570" y="236390"/>
                      <a:pt x="356826" y="165088"/>
                      <a:pt x="368489" y="130916"/>
                    </a:cubicBezTo>
                    <a:cubicBezTo>
                      <a:pt x="386749" y="77206"/>
                      <a:pt x="381472" y="40320"/>
                      <a:pt x="370433" y="23706"/>
                    </a:cubicBezTo>
                    <a:cubicBezTo>
                      <a:pt x="365365" y="16034"/>
                      <a:pt x="358770" y="11896"/>
                      <a:pt x="350925" y="11396"/>
                    </a:cubicBezTo>
                    <a:lnTo>
                      <a:pt x="351549" y="635"/>
                    </a:lnTo>
                    <a:cubicBezTo>
                      <a:pt x="362796" y="1343"/>
                      <a:pt x="372447" y="7251"/>
                      <a:pt x="379320" y="17714"/>
                    </a:cubicBezTo>
                    <a:cubicBezTo>
                      <a:pt x="395219" y="41653"/>
                      <a:pt x="394941" y="86364"/>
                      <a:pt x="378557" y="134408"/>
                    </a:cubicBezTo>
                    <a:cubicBezTo>
                      <a:pt x="366753" y="169115"/>
                      <a:pt x="333151" y="241319"/>
                      <a:pt x="293994" y="306768"/>
                    </a:cubicBezTo>
                    <a:cubicBezTo>
                      <a:pt x="261155" y="361720"/>
                      <a:pt x="214985" y="427725"/>
                      <a:pt x="181452" y="430141"/>
                    </a:cubicBezTo>
                    <a:lnTo>
                      <a:pt x="179786" y="4301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42">
                <a:extLst>
                  <a:ext uri="{FF2B5EF4-FFF2-40B4-BE49-F238E27FC236}">
                    <a16:creationId xmlns:a16="http://schemas.microsoft.com/office/drawing/2014/main" id="{1A1117AD-26C2-053F-B54C-B506B4C554A8}"/>
                  </a:ext>
                </a:extLst>
              </p:cNvPr>
              <p:cNvSpPr/>
              <p:nvPr/>
            </p:nvSpPr>
            <p:spPr>
              <a:xfrm>
                <a:off x="5726794" y="1562827"/>
                <a:ext cx="123878" cy="76510"/>
              </a:xfrm>
              <a:custGeom>
                <a:avLst/>
                <a:gdLst/>
                <a:ahLst/>
                <a:cxnLst/>
                <a:rect l="l" t="t" r="r" b="b"/>
                <a:pathLst>
                  <a:path w="165170" h="102013" extrusionOk="0">
                    <a:moveTo>
                      <a:pt x="168103" y="99653"/>
                    </a:moveTo>
                    <a:cubicBezTo>
                      <a:pt x="163590" y="96640"/>
                      <a:pt x="158036" y="95071"/>
                      <a:pt x="152968" y="93502"/>
                    </a:cubicBezTo>
                    <a:cubicBezTo>
                      <a:pt x="147900" y="91961"/>
                      <a:pt x="142831" y="90565"/>
                      <a:pt x="137694" y="89343"/>
                    </a:cubicBezTo>
                    <a:cubicBezTo>
                      <a:pt x="126932" y="86781"/>
                      <a:pt x="115963" y="84990"/>
                      <a:pt x="104924" y="83914"/>
                    </a:cubicBezTo>
                    <a:cubicBezTo>
                      <a:pt x="92497" y="82706"/>
                      <a:pt x="79930" y="82449"/>
                      <a:pt x="67433" y="83116"/>
                    </a:cubicBezTo>
                    <a:cubicBezTo>
                      <a:pt x="65211" y="77221"/>
                      <a:pt x="62851" y="71355"/>
                      <a:pt x="61115" y="65273"/>
                    </a:cubicBezTo>
                    <a:cubicBezTo>
                      <a:pt x="59171" y="58393"/>
                      <a:pt x="57783" y="51373"/>
                      <a:pt x="57019" y="44250"/>
                    </a:cubicBezTo>
                    <a:cubicBezTo>
                      <a:pt x="56256" y="37280"/>
                      <a:pt x="56117" y="30219"/>
                      <a:pt x="56602" y="23221"/>
                    </a:cubicBezTo>
                    <a:cubicBezTo>
                      <a:pt x="57019" y="16139"/>
                      <a:pt x="58199" y="9127"/>
                      <a:pt x="59033" y="2087"/>
                    </a:cubicBezTo>
                    <a:cubicBezTo>
                      <a:pt x="59241" y="483"/>
                      <a:pt x="56880" y="-371"/>
                      <a:pt x="56256" y="1254"/>
                    </a:cubicBezTo>
                    <a:cubicBezTo>
                      <a:pt x="50979" y="14716"/>
                      <a:pt x="50771" y="30476"/>
                      <a:pt x="52437" y="44708"/>
                    </a:cubicBezTo>
                    <a:cubicBezTo>
                      <a:pt x="53895" y="57879"/>
                      <a:pt x="57366" y="71688"/>
                      <a:pt x="64031" y="83296"/>
                    </a:cubicBezTo>
                    <a:cubicBezTo>
                      <a:pt x="63129" y="83352"/>
                      <a:pt x="62226" y="83442"/>
                      <a:pt x="61393" y="83504"/>
                    </a:cubicBezTo>
                    <a:lnTo>
                      <a:pt x="61393" y="83498"/>
                    </a:lnTo>
                    <a:cubicBezTo>
                      <a:pt x="62712" y="82769"/>
                      <a:pt x="61740" y="80651"/>
                      <a:pt x="60352" y="80832"/>
                    </a:cubicBezTo>
                    <a:cubicBezTo>
                      <a:pt x="56117" y="81408"/>
                      <a:pt x="51951" y="81574"/>
                      <a:pt x="47854" y="80123"/>
                    </a:cubicBezTo>
                    <a:cubicBezTo>
                      <a:pt x="43758" y="78679"/>
                      <a:pt x="40009" y="76166"/>
                      <a:pt x="37094" y="72972"/>
                    </a:cubicBezTo>
                    <a:cubicBezTo>
                      <a:pt x="33899" y="69466"/>
                      <a:pt x="31539" y="65238"/>
                      <a:pt x="29664" y="60878"/>
                    </a:cubicBezTo>
                    <a:cubicBezTo>
                      <a:pt x="27791" y="56463"/>
                      <a:pt x="26610" y="51741"/>
                      <a:pt x="24666" y="47368"/>
                    </a:cubicBezTo>
                    <a:cubicBezTo>
                      <a:pt x="23972" y="45896"/>
                      <a:pt x="21750" y="46347"/>
                      <a:pt x="21889" y="48027"/>
                    </a:cubicBezTo>
                    <a:cubicBezTo>
                      <a:pt x="22306" y="53262"/>
                      <a:pt x="24041" y="58795"/>
                      <a:pt x="26124" y="63586"/>
                    </a:cubicBezTo>
                    <a:cubicBezTo>
                      <a:pt x="28276" y="68543"/>
                      <a:pt x="31123" y="73201"/>
                      <a:pt x="34941" y="77020"/>
                    </a:cubicBezTo>
                    <a:cubicBezTo>
                      <a:pt x="38482" y="80526"/>
                      <a:pt x="43480" y="83581"/>
                      <a:pt x="48687" y="84844"/>
                    </a:cubicBezTo>
                    <a:cubicBezTo>
                      <a:pt x="45703" y="85233"/>
                      <a:pt x="42717" y="85664"/>
                      <a:pt x="39732" y="86171"/>
                    </a:cubicBezTo>
                    <a:cubicBezTo>
                      <a:pt x="27652" y="88239"/>
                      <a:pt x="15571" y="91058"/>
                      <a:pt x="4185" y="95876"/>
                    </a:cubicBezTo>
                    <a:cubicBezTo>
                      <a:pt x="3074" y="96369"/>
                      <a:pt x="3421" y="98459"/>
                      <a:pt x="4740" y="98154"/>
                    </a:cubicBezTo>
                    <a:cubicBezTo>
                      <a:pt x="15085" y="95786"/>
                      <a:pt x="25360" y="93155"/>
                      <a:pt x="35844" y="91308"/>
                    </a:cubicBezTo>
                    <a:cubicBezTo>
                      <a:pt x="46466" y="89434"/>
                      <a:pt x="57228" y="88219"/>
                      <a:pt x="68058" y="87726"/>
                    </a:cubicBezTo>
                    <a:cubicBezTo>
                      <a:pt x="89580" y="86740"/>
                      <a:pt x="111172" y="88475"/>
                      <a:pt x="132209" y="93044"/>
                    </a:cubicBezTo>
                    <a:cubicBezTo>
                      <a:pt x="137972" y="94287"/>
                      <a:pt x="143665" y="95724"/>
                      <a:pt x="149289" y="97369"/>
                    </a:cubicBezTo>
                    <a:cubicBezTo>
                      <a:pt x="155051" y="99049"/>
                      <a:pt x="160952" y="101604"/>
                      <a:pt x="166853" y="102382"/>
                    </a:cubicBezTo>
                    <a:cubicBezTo>
                      <a:pt x="168312" y="102569"/>
                      <a:pt x="169422" y="100556"/>
                      <a:pt x="168103" y="9965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42">
                <a:extLst>
                  <a:ext uri="{FF2B5EF4-FFF2-40B4-BE49-F238E27FC236}">
                    <a16:creationId xmlns:a16="http://schemas.microsoft.com/office/drawing/2014/main" id="{71135158-920D-1B7A-2A44-F41FA011DF15}"/>
                  </a:ext>
                </a:extLst>
              </p:cNvPr>
              <p:cNvSpPr/>
              <p:nvPr/>
            </p:nvSpPr>
            <p:spPr>
              <a:xfrm>
                <a:off x="5731223" y="1586740"/>
                <a:ext cx="7559" cy="21893"/>
              </a:xfrm>
              <a:custGeom>
                <a:avLst/>
                <a:gdLst/>
                <a:ahLst/>
                <a:cxnLst/>
                <a:rect l="l" t="t" r="r" b="b"/>
                <a:pathLst>
                  <a:path w="10079" h="29191" extrusionOk="0">
                    <a:moveTo>
                      <a:pt x="13382" y="27306"/>
                    </a:moveTo>
                    <a:cubicBezTo>
                      <a:pt x="9147" y="19718"/>
                      <a:pt x="5884" y="10894"/>
                      <a:pt x="7342" y="2021"/>
                    </a:cubicBezTo>
                    <a:cubicBezTo>
                      <a:pt x="7620" y="146"/>
                      <a:pt x="4912" y="-270"/>
                      <a:pt x="4496" y="1542"/>
                    </a:cubicBezTo>
                    <a:cubicBezTo>
                      <a:pt x="3315" y="6506"/>
                      <a:pt x="3107" y="11296"/>
                      <a:pt x="4218" y="16281"/>
                    </a:cubicBezTo>
                    <a:cubicBezTo>
                      <a:pt x="5329" y="21134"/>
                      <a:pt x="7689" y="25848"/>
                      <a:pt x="11438" y="29209"/>
                    </a:cubicBezTo>
                    <a:cubicBezTo>
                      <a:pt x="12688" y="30340"/>
                      <a:pt x="14076" y="28563"/>
                      <a:pt x="13382" y="27306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42">
                <a:extLst>
                  <a:ext uri="{FF2B5EF4-FFF2-40B4-BE49-F238E27FC236}">
                    <a16:creationId xmlns:a16="http://schemas.microsoft.com/office/drawing/2014/main" id="{721B15E8-7B53-82B3-8C51-C2EA9EBBB343}"/>
                  </a:ext>
                </a:extLst>
              </p:cNvPr>
              <p:cNvSpPr/>
              <p:nvPr/>
            </p:nvSpPr>
            <p:spPr>
              <a:xfrm>
                <a:off x="5813342" y="1586679"/>
                <a:ext cx="29746" cy="42832"/>
              </a:xfrm>
              <a:custGeom>
                <a:avLst/>
                <a:gdLst/>
                <a:ahLst/>
                <a:cxnLst/>
                <a:rect l="l" t="t" r="r" b="b"/>
                <a:pathLst>
                  <a:path w="39661" h="57109" extrusionOk="0">
                    <a:moveTo>
                      <a:pt x="43011" y="8995"/>
                    </a:moveTo>
                    <a:cubicBezTo>
                      <a:pt x="42803" y="7301"/>
                      <a:pt x="40234" y="7100"/>
                      <a:pt x="39957" y="8898"/>
                    </a:cubicBezTo>
                    <a:cubicBezTo>
                      <a:pt x="38915" y="16132"/>
                      <a:pt x="37110" y="22999"/>
                      <a:pt x="32875" y="29060"/>
                    </a:cubicBezTo>
                    <a:cubicBezTo>
                      <a:pt x="30792" y="32010"/>
                      <a:pt x="28292" y="34683"/>
                      <a:pt x="25515" y="36912"/>
                    </a:cubicBezTo>
                    <a:lnTo>
                      <a:pt x="23849" y="38092"/>
                    </a:lnTo>
                    <a:cubicBezTo>
                      <a:pt x="24821" y="36391"/>
                      <a:pt x="25793" y="34670"/>
                      <a:pt x="26626" y="32948"/>
                    </a:cubicBezTo>
                    <a:cubicBezTo>
                      <a:pt x="31000" y="23790"/>
                      <a:pt x="34750" y="11988"/>
                      <a:pt x="32736" y="1726"/>
                    </a:cubicBezTo>
                    <a:cubicBezTo>
                      <a:pt x="32388" y="102"/>
                      <a:pt x="30028" y="-183"/>
                      <a:pt x="29681" y="1629"/>
                    </a:cubicBezTo>
                    <a:cubicBezTo>
                      <a:pt x="28848" y="6669"/>
                      <a:pt x="28501" y="11772"/>
                      <a:pt x="27390" y="16785"/>
                    </a:cubicBezTo>
                    <a:cubicBezTo>
                      <a:pt x="26279" y="21728"/>
                      <a:pt x="24613" y="26519"/>
                      <a:pt x="22461" y="31073"/>
                    </a:cubicBezTo>
                    <a:cubicBezTo>
                      <a:pt x="17948" y="40439"/>
                      <a:pt x="11283" y="47819"/>
                      <a:pt x="3993" y="55005"/>
                    </a:cubicBezTo>
                    <a:cubicBezTo>
                      <a:pt x="2605" y="56338"/>
                      <a:pt x="4756" y="58122"/>
                      <a:pt x="6146" y="57275"/>
                    </a:cubicBezTo>
                    <a:cubicBezTo>
                      <a:pt x="11421" y="54095"/>
                      <a:pt x="15865" y="49569"/>
                      <a:pt x="19614" y="44500"/>
                    </a:cubicBezTo>
                    <a:cubicBezTo>
                      <a:pt x="26348" y="42459"/>
                      <a:pt x="32319" y="37023"/>
                      <a:pt x="36277" y="31511"/>
                    </a:cubicBezTo>
                    <a:cubicBezTo>
                      <a:pt x="40790" y="25172"/>
                      <a:pt x="44053" y="16917"/>
                      <a:pt x="43011" y="8995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42">
                <a:extLst>
                  <a:ext uri="{FF2B5EF4-FFF2-40B4-BE49-F238E27FC236}">
                    <a16:creationId xmlns:a16="http://schemas.microsoft.com/office/drawing/2014/main" id="{61C3E7D9-BF91-5C2B-2109-4819FD53BF75}"/>
                  </a:ext>
                </a:extLst>
              </p:cNvPr>
              <p:cNvSpPr/>
              <p:nvPr/>
            </p:nvSpPr>
            <p:spPr>
              <a:xfrm>
                <a:off x="5802107" y="1565506"/>
                <a:ext cx="5075" cy="19377"/>
              </a:xfrm>
              <a:custGeom>
                <a:avLst/>
                <a:gdLst/>
                <a:ahLst/>
                <a:cxnLst/>
                <a:rect l="l" t="t" r="r" b="b"/>
                <a:pathLst>
                  <a:path w="6767" h="25836" extrusionOk="0">
                    <a:moveTo>
                      <a:pt x="7086" y="1680"/>
                    </a:moveTo>
                    <a:cubicBezTo>
                      <a:pt x="6391" y="5519"/>
                      <a:pt x="5558" y="9331"/>
                      <a:pt x="4864" y="13184"/>
                    </a:cubicBezTo>
                    <a:cubicBezTo>
                      <a:pt x="4240" y="16982"/>
                      <a:pt x="3406" y="20925"/>
                      <a:pt x="3545" y="24792"/>
                    </a:cubicBezTo>
                    <a:cubicBezTo>
                      <a:pt x="3545" y="26354"/>
                      <a:pt x="5975" y="26757"/>
                      <a:pt x="6530" y="25285"/>
                    </a:cubicBezTo>
                    <a:cubicBezTo>
                      <a:pt x="7850" y="21654"/>
                      <a:pt x="8266" y="17648"/>
                      <a:pt x="8822" y="13837"/>
                    </a:cubicBezTo>
                    <a:cubicBezTo>
                      <a:pt x="9377" y="9970"/>
                      <a:pt x="9794" y="6082"/>
                      <a:pt x="10280" y="2201"/>
                    </a:cubicBezTo>
                    <a:cubicBezTo>
                      <a:pt x="10558" y="125"/>
                      <a:pt x="7502" y="-382"/>
                      <a:pt x="7086" y="1680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42">
                <a:extLst>
                  <a:ext uri="{FF2B5EF4-FFF2-40B4-BE49-F238E27FC236}">
                    <a16:creationId xmlns:a16="http://schemas.microsoft.com/office/drawing/2014/main" id="{AF23A625-5789-19C3-709C-E49F1ED7852D}"/>
                  </a:ext>
                </a:extLst>
              </p:cNvPr>
              <p:cNvSpPr/>
              <p:nvPr/>
            </p:nvSpPr>
            <p:spPr>
              <a:xfrm>
                <a:off x="5666068" y="1641713"/>
                <a:ext cx="163980" cy="82472"/>
              </a:xfrm>
              <a:custGeom>
                <a:avLst/>
                <a:gdLst/>
                <a:ahLst/>
                <a:cxnLst/>
                <a:rect l="l" t="t" r="r" b="b"/>
                <a:pathLst>
                  <a:path w="218640" h="109962" extrusionOk="0">
                    <a:moveTo>
                      <a:pt x="215098" y="23668"/>
                    </a:moveTo>
                    <a:cubicBezTo>
                      <a:pt x="212529" y="15816"/>
                      <a:pt x="209266" y="8242"/>
                      <a:pt x="205308" y="993"/>
                    </a:cubicBezTo>
                    <a:cubicBezTo>
                      <a:pt x="204545" y="-319"/>
                      <a:pt x="202393" y="896"/>
                      <a:pt x="203017" y="2257"/>
                    </a:cubicBezTo>
                    <a:cubicBezTo>
                      <a:pt x="209057" y="16045"/>
                      <a:pt x="213223" y="30604"/>
                      <a:pt x="215445" y="45455"/>
                    </a:cubicBezTo>
                    <a:lnTo>
                      <a:pt x="214543" y="46406"/>
                    </a:lnTo>
                    <a:cubicBezTo>
                      <a:pt x="211557" y="61208"/>
                      <a:pt x="196769" y="69227"/>
                      <a:pt x="182744" y="69532"/>
                    </a:cubicBezTo>
                    <a:cubicBezTo>
                      <a:pt x="173302" y="69733"/>
                      <a:pt x="164069" y="67248"/>
                      <a:pt x="155112" y="64651"/>
                    </a:cubicBezTo>
                    <a:cubicBezTo>
                      <a:pt x="146225" y="62083"/>
                      <a:pt x="137408" y="59514"/>
                      <a:pt x="128383" y="57521"/>
                    </a:cubicBezTo>
                    <a:cubicBezTo>
                      <a:pt x="96099" y="50356"/>
                      <a:pt x="60761" y="49829"/>
                      <a:pt x="32157" y="68741"/>
                    </a:cubicBezTo>
                    <a:cubicBezTo>
                      <a:pt x="18965" y="77461"/>
                      <a:pt x="8065" y="90110"/>
                      <a:pt x="3553" y="105537"/>
                    </a:cubicBezTo>
                    <a:cubicBezTo>
                      <a:pt x="3066" y="107280"/>
                      <a:pt x="5843" y="108085"/>
                      <a:pt x="6537" y="106440"/>
                    </a:cubicBezTo>
                    <a:cubicBezTo>
                      <a:pt x="17993" y="78176"/>
                      <a:pt x="46112" y="61492"/>
                      <a:pt x="75410" y="58139"/>
                    </a:cubicBezTo>
                    <a:cubicBezTo>
                      <a:pt x="94016" y="56001"/>
                      <a:pt x="112831" y="58521"/>
                      <a:pt x="131021" y="62784"/>
                    </a:cubicBezTo>
                    <a:cubicBezTo>
                      <a:pt x="140116" y="64929"/>
                      <a:pt x="149003" y="67706"/>
                      <a:pt x="158029" y="70164"/>
                    </a:cubicBezTo>
                    <a:cubicBezTo>
                      <a:pt x="166915" y="72573"/>
                      <a:pt x="176010" y="74461"/>
                      <a:pt x="185244" y="73844"/>
                    </a:cubicBezTo>
                    <a:cubicBezTo>
                      <a:pt x="197949" y="72996"/>
                      <a:pt x="212807" y="65207"/>
                      <a:pt x="216278" y="52245"/>
                    </a:cubicBezTo>
                    <a:cubicBezTo>
                      <a:pt x="217388" y="63089"/>
                      <a:pt x="217458" y="74045"/>
                      <a:pt x="216278" y="84945"/>
                    </a:cubicBezTo>
                    <a:cubicBezTo>
                      <a:pt x="215445" y="92880"/>
                      <a:pt x="213987" y="100802"/>
                      <a:pt x="212737" y="108654"/>
                    </a:cubicBezTo>
                    <a:cubicBezTo>
                      <a:pt x="212459" y="110321"/>
                      <a:pt x="214959" y="111133"/>
                      <a:pt x="215583" y="109515"/>
                    </a:cubicBezTo>
                    <a:cubicBezTo>
                      <a:pt x="216903" y="106197"/>
                      <a:pt x="218014" y="102989"/>
                      <a:pt x="218847" y="99497"/>
                    </a:cubicBezTo>
                    <a:cubicBezTo>
                      <a:pt x="219750" y="95866"/>
                      <a:pt x="220374" y="92152"/>
                      <a:pt x="220860" y="88451"/>
                    </a:cubicBezTo>
                    <a:cubicBezTo>
                      <a:pt x="221832" y="81203"/>
                      <a:pt x="222249" y="73857"/>
                      <a:pt x="222110" y="66547"/>
                    </a:cubicBezTo>
                    <a:cubicBezTo>
                      <a:pt x="221901" y="52029"/>
                      <a:pt x="219680" y="37464"/>
                      <a:pt x="215098" y="23668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42">
                <a:extLst>
                  <a:ext uri="{FF2B5EF4-FFF2-40B4-BE49-F238E27FC236}">
                    <a16:creationId xmlns:a16="http://schemas.microsoft.com/office/drawing/2014/main" id="{6DA93DA6-07C2-D0A3-475D-29FD1FB125D4}"/>
                  </a:ext>
                </a:extLst>
              </p:cNvPr>
              <p:cNvSpPr/>
              <p:nvPr/>
            </p:nvSpPr>
            <p:spPr>
              <a:xfrm>
                <a:off x="5683923" y="1654149"/>
                <a:ext cx="63776" cy="24865"/>
              </a:xfrm>
              <a:custGeom>
                <a:avLst/>
                <a:gdLst/>
                <a:ahLst/>
                <a:cxnLst/>
                <a:rect l="l" t="t" r="r" b="b"/>
                <a:pathLst>
                  <a:path w="85035" h="33154" extrusionOk="0">
                    <a:moveTo>
                      <a:pt x="87546" y="3564"/>
                    </a:moveTo>
                    <a:cubicBezTo>
                      <a:pt x="76368" y="-775"/>
                      <a:pt x="63108" y="-88"/>
                      <a:pt x="51583" y="2412"/>
                    </a:cubicBezTo>
                    <a:cubicBezTo>
                      <a:pt x="39642" y="5001"/>
                      <a:pt x="28186" y="9917"/>
                      <a:pt x="18327" y="17262"/>
                    </a:cubicBezTo>
                    <a:cubicBezTo>
                      <a:pt x="12843" y="21386"/>
                      <a:pt x="8121" y="26246"/>
                      <a:pt x="3747" y="31620"/>
                    </a:cubicBezTo>
                    <a:cubicBezTo>
                      <a:pt x="2775" y="32856"/>
                      <a:pt x="4650" y="34307"/>
                      <a:pt x="5691" y="33154"/>
                    </a:cubicBezTo>
                    <a:cubicBezTo>
                      <a:pt x="21104" y="16165"/>
                      <a:pt x="44223" y="6077"/>
                      <a:pt x="66926" y="5459"/>
                    </a:cubicBezTo>
                    <a:cubicBezTo>
                      <a:pt x="73592" y="5279"/>
                      <a:pt x="80117" y="6091"/>
                      <a:pt x="86644" y="6591"/>
                    </a:cubicBezTo>
                    <a:cubicBezTo>
                      <a:pt x="88380" y="6723"/>
                      <a:pt x="89351" y="4258"/>
                      <a:pt x="87546" y="3564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42">
                <a:extLst>
                  <a:ext uri="{FF2B5EF4-FFF2-40B4-BE49-F238E27FC236}">
                    <a16:creationId xmlns:a16="http://schemas.microsoft.com/office/drawing/2014/main" id="{864719F9-C94A-6338-E900-C1A60C442BE1}"/>
                  </a:ext>
                </a:extLst>
              </p:cNvPr>
              <p:cNvSpPr/>
              <p:nvPr/>
            </p:nvSpPr>
            <p:spPr>
              <a:xfrm>
                <a:off x="5827189" y="1673093"/>
                <a:ext cx="73115" cy="95557"/>
              </a:xfrm>
              <a:custGeom>
                <a:avLst/>
                <a:gdLst/>
                <a:ahLst/>
                <a:cxnLst/>
                <a:rect l="l" t="t" r="r" b="b"/>
                <a:pathLst>
                  <a:path w="97487" h="127409" extrusionOk="0">
                    <a:moveTo>
                      <a:pt x="75737" y="72433"/>
                    </a:moveTo>
                    <a:cubicBezTo>
                      <a:pt x="58033" y="58374"/>
                      <a:pt x="36095" y="49953"/>
                      <a:pt x="20682" y="32915"/>
                    </a:cubicBezTo>
                    <a:cubicBezTo>
                      <a:pt x="12767" y="24133"/>
                      <a:pt x="7004" y="13538"/>
                      <a:pt x="6032" y="1541"/>
                    </a:cubicBezTo>
                    <a:cubicBezTo>
                      <a:pt x="5894" y="180"/>
                      <a:pt x="3672" y="34"/>
                      <a:pt x="3602" y="1458"/>
                    </a:cubicBezTo>
                    <a:cubicBezTo>
                      <a:pt x="2700" y="22709"/>
                      <a:pt x="18807" y="39775"/>
                      <a:pt x="34984" y="51091"/>
                    </a:cubicBezTo>
                    <a:cubicBezTo>
                      <a:pt x="53382" y="63963"/>
                      <a:pt x="75459" y="73225"/>
                      <a:pt x="88374" y="92532"/>
                    </a:cubicBezTo>
                    <a:cubicBezTo>
                      <a:pt x="94969" y="102294"/>
                      <a:pt x="98718" y="114360"/>
                      <a:pt x="96635" y="126142"/>
                    </a:cubicBezTo>
                    <a:cubicBezTo>
                      <a:pt x="96357" y="127753"/>
                      <a:pt x="98926" y="128621"/>
                      <a:pt x="99412" y="126989"/>
                    </a:cubicBezTo>
                    <a:cubicBezTo>
                      <a:pt x="106008" y="105696"/>
                      <a:pt x="91637" y="85076"/>
                      <a:pt x="75737" y="72433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42">
                <a:extLst>
                  <a:ext uri="{FF2B5EF4-FFF2-40B4-BE49-F238E27FC236}">
                    <a16:creationId xmlns:a16="http://schemas.microsoft.com/office/drawing/2014/main" id="{7968DAFB-8F83-06B7-B8E8-95A87AE2564F}"/>
                  </a:ext>
                </a:extLst>
              </p:cNvPr>
              <p:cNvSpPr/>
              <p:nvPr/>
            </p:nvSpPr>
            <p:spPr>
              <a:xfrm>
                <a:off x="5863704" y="1700623"/>
                <a:ext cx="44114" cy="31113"/>
              </a:xfrm>
              <a:custGeom>
                <a:avLst/>
                <a:gdLst/>
                <a:ahLst/>
                <a:cxnLst/>
                <a:rect l="l" t="t" r="r" b="b"/>
                <a:pathLst>
                  <a:path w="58819" h="41484" extrusionOk="0">
                    <a:moveTo>
                      <a:pt x="62264" y="40091"/>
                    </a:moveTo>
                    <a:cubicBezTo>
                      <a:pt x="57265" y="29198"/>
                      <a:pt x="48031" y="20366"/>
                      <a:pt x="38311" y="13729"/>
                    </a:cubicBezTo>
                    <a:cubicBezTo>
                      <a:pt x="28244" y="6884"/>
                      <a:pt x="17136" y="2517"/>
                      <a:pt x="5194" y="475"/>
                    </a:cubicBezTo>
                    <a:cubicBezTo>
                      <a:pt x="3319" y="163"/>
                      <a:pt x="2973" y="2892"/>
                      <a:pt x="4708" y="3329"/>
                    </a:cubicBezTo>
                    <a:cubicBezTo>
                      <a:pt x="15678" y="6064"/>
                      <a:pt x="26370" y="11174"/>
                      <a:pt x="35603" y="17687"/>
                    </a:cubicBezTo>
                    <a:cubicBezTo>
                      <a:pt x="44976" y="24303"/>
                      <a:pt x="52405" y="32780"/>
                      <a:pt x="59833" y="41438"/>
                    </a:cubicBezTo>
                    <a:cubicBezTo>
                      <a:pt x="60805" y="42562"/>
                      <a:pt x="62958" y="41639"/>
                      <a:pt x="62264" y="40091"/>
                    </a:cubicBezTo>
                    <a:close/>
                  </a:path>
                </a:pathLst>
              </a:custGeom>
              <a:solidFill>
                <a:srgbClr val="4C193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42">
                <a:extLst>
                  <a:ext uri="{FF2B5EF4-FFF2-40B4-BE49-F238E27FC236}">
                    <a16:creationId xmlns:a16="http://schemas.microsoft.com/office/drawing/2014/main" id="{A607B986-BADC-AAE9-19F5-222C42C66336}"/>
                  </a:ext>
                </a:extLst>
              </p:cNvPr>
              <p:cNvSpPr/>
              <p:nvPr/>
            </p:nvSpPr>
            <p:spPr>
              <a:xfrm>
                <a:off x="5650239" y="1847006"/>
                <a:ext cx="6499" cy="48511"/>
              </a:xfrm>
              <a:custGeom>
                <a:avLst/>
                <a:gdLst/>
                <a:ahLst/>
                <a:cxnLst/>
                <a:rect l="l" t="t" r="r" b="b"/>
                <a:pathLst>
                  <a:path w="8665" h="64681" extrusionOk="0">
                    <a:moveTo>
                      <a:pt x="9048" y="32477"/>
                    </a:moveTo>
                    <a:cubicBezTo>
                      <a:pt x="8284" y="22194"/>
                      <a:pt x="8145" y="11884"/>
                      <a:pt x="7034" y="1623"/>
                    </a:cubicBezTo>
                    <a:cubicBezTo>
                      <a:pt x="6895" y="248"/>
                      <a:pt x="4882" y="151"/>
                      <a:pt x="4604" y="1547"/>
                    </a:cubicBezTo>
                    <a:cubicBezTo>
                      <a:pt x="3008" y="11961"/>
                      <a:pt x="3285" y="22486"/>
                      <a:pt x="4048" y="32976"/>
                    </a:cubicBezTo>
                    <a:cubicBezTo>
                      <a:pt x="4743" y="43335"/>
                      <a:pt x="5646" y="54145"/>
                      <a:pt x="8700" y="64108"/>
                    </a:cubicBezTo>
                    <a:cubicBezTo>
                      <a:pt x="9325" y="66086"/>
                      <a:pt x="12172" y="65205"/>
                      <a:pt x="12102" y="63302"/>
                    </a:cubicBezTo>
                    <a:cubicBezTo>
                      <a:pt x="11686" y="53006"/>
                      <a:pt x="9881" y="42752"/>
                      <a:pt x="9048" y="32477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42">
                <a:extLst>
                  <a:ext uri="{FF2B5EF4-FFF2-40B4-BE49-F238E27FC236}">
                    <a16:creationId xmlns:a16="http://schemas.microsoft.com/office/drawing/2014/main" id="{EDCC02EC-D5F6-3BD7-4E8A-1CE2D48BEA63}"/>
                  </a:ext>
                </a:extLst>
              </p:cNvPr>
              <p:cNvSpPr/>
              <p:nvPr/>
            </p:nvSpPr>
            <p:spPr>
              <a:xfrm>
                <a:off x="5882860" y="1849046"/>
                <a:ext cx="4237" cy="48356"/>
              </a:xfrm>
              <a:custGeom>
                <a:avLst/>
                <a:gdLst/>
                <a:ahLst/>
                <a:cxnLst/>
                <a:rect l="l" t="t" r="r" b="b"/>
                <a:pathLst>
                  <a:path w="5649" h="64475" extrusionOk="0">
                    <a:moveTo>
                      <a:pt x="6730" y="1312"/>
                    </a:moveTo>
                    <a:cubicBezTo>
                      <a:pt x="6452" y="117"/>
                      <a:pt x="4578" y="416"/>
                      <a:pt x="4439" y="1548"/>
                    </a:cubicBezTo>
                    <a:cubicBezTo>
                      <a:pt x="3189" y="11760"/>
                      <a:pt x="3952" y="22140"/>
                      <a:pt x="3952" y="32401"/>
                    </a:cubicBezTo>
                    <a:cubicBezTo>
                      <a:pt x="3952" y="37469"/>
                      <a:pt x="3883" y="42538"/>
                      <a:pt x="3745" y="47606"/>
                    </a:cubicBezTo>
                    <a:cubicBezTo>
                      <a:pt x="3606" y="52827"/>
                      <a:pt x="3328" y="58430"/>
                      <a:pt x="4091" y="63595"/>
                    </a:cubicBezTo>
                    <a:cubicBezTo>
                      <a:pt x="4369" y="65497"/>
                      <a:pt x="6868" y="65463"/>
                      <a:pt x="7285" y="63699"/>
                    </a:cubicBezTo>
                    <a:cubicBezTo>
                      <a:pt x="8604" y="58839"/>
                      <a:pt x="8813" y="53348"/>
                      <a:pt x="9020" y="48328"/>
                    </a:cubicBezTo>
                    <a:cubicBezTo>
                      <a:pt x="9229" y="43003"/>
                      <a:pt x="9229" y="37657"/>
                      <a:pt x="9229" y="32332"/>
                    </a:cubicBezTo>
                    <a:cubicBezTo>
                      <a:pt x="9229" y="21973"/>
                      <a:pt x="9229" y="11420"/>
                      <a:pt x="6730" y="1312"/>
                    </a:cubicBezTo>
                    <a:close/>
                  </a:path>
                </a:pathLst>
              </a:custGeom>
              <a:solidFill>
                <a:srgbClr val="E2583E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42">
                <a:extLst>
                  <a:ext uri="{FF2B5EF4-FFF2-40B4-BE49-F238E27FC236}">
                    <a16:creationId xmlns:a16="http://schemas.microsoft.com/office/drawing/2014/main" id="{E871D4CD-DC04-B408-90CD-DAC29FC987F4}"/>
                  </a:ext>
                </a:extLst>
              </p:cNvPr>
              <p:cNvSpPr/>
              <p:nvPr/>
            </p:nvSpPr>
            <p:spPr>
              <a:xfrm>
                <a:off x="5969317" y="1849918"/>
                <a:ext cx="197452" cy="97319"/>
              </a:xfrm>
              <a:custGeom>
                <a:avLst/>
                <a:gdLst/>
                <a:ahLst/>
                <a:cxnLst/>
                <a:rect l="l" t="t" r="r" b="b"/>
                <a:pathLst>
                  <a:path w="263269" h="129759" extrusionOk="0">
                    <a:moveTo>
                      <a:pt x="202600" y="130321"/>
                    </a:moveTo>
                    <a:lnTo>
                      <a:pt x="68050" y="130321"/>
                    </a:lnTo>
                    <a:cubicBezTo>
                      <a:pt x="32503" y="130321"/>
                      <a:pt x="3690" y="101273"/>
                      <a:pt x="3690" y="65441"/>
                    </a:cubicBezTo>
                    <a:cubicBezTo>
                      <a:pt x="3690" y="29610"/>
                      <a:pt x="32503" y="562"/>
                      <a:pt x="68050" y="562"/>
                    </a:cubicBezTo>
                    <a:lnTo>
                      <a:pt x="202600" y="562"/>
                    </a:lnTo>
                    <a:cubicBezTo>
                      <a:pt x="238147" y="562"/>
                      <a:pt x="266959" y="29610"/>
                      <a:pt x="266959" y="65441"/>
                    </a:cubicBezTo>
                    <a:cubicBezTo>
                      <a:pt x="266959" y="101273"/>
                      <a:pt x="238147" y="130321"/>
                      <a:pt x="202600" y="13032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42">
                <a:extLst>
                  <a:ext uri="{FF2B5EF4-FFF2-40B4-BE49-F238E27FC236}">
                    <a16:creationId xmlns:a16="http://schemas.microsoft.com/office/drawing/2014/main" id="{400B72E6-5DD6-2780-B63E-8FC26042B632}"/>
                  </a:ext>
                </a:extLst>
              </p:cNvPr>
              <p:cNvSpPr/>
              <p:nvPr/>
            </p:nvSpPr>
            <p:spPr>
              <a:xfrm>
                <a:off x="5991239" y="1918484"/>
                <a:ext cx="65817" cy="66725"/>
              </a:xfrm>
              <a:custGeom>
                <a:avLst/>
                <a:gdLst/>
                <a:ahLst/>
                <a:cxnLst/>
                <a:rect l="l" t="t" r="r" b="b"/>
                <a:pathLst>
                  <a:path w="87756" h="88967" extrusionOk="0">
                    <a:moveTo>
                      <a:pt x="38794" y="594"/>
                    </a:moveTo>
                    <a:cubicBezTo>
                      <a:pt x="38794" y="594"/>
                      <a:pt x="56359" y="89065"/>
                      <a:pt x="3664" y="89065"/>
                    </a:cubicBezTo>
                    <a:cubicBezTo>
                      <a:pt x="3664" y="89065"/>
                      <a:pt x="82672" y="100861"/>
                      <a:pt x="91420" y="9446"/>
                    </a:cubicBezTo>
                    <a:lnTo>
                      <a:pt x="38794" y="594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42">
                <a:extLst>
                  <a:ext uri="{FF2B5EF4-FFF2-40B4-BE49-F238E27FC236}">
                    <a16:creationId xmlns:a16="http://schemas.microsoft.com/office/drawing/2014/main" id="{AEFFA0DF-D4C0-EF9D-BE8F-7FF9639D0CB3}"/>
                  </a:ext>
                </a:extLst>
              </p:cNvPr>
              <p:cNvSpPr/>
              <p:nvPr/>
            </p:nvSpPr>
            <p:spPr>
              <a:xfrm>
                <a:off x="6026334" y="1889731"/>
                <a:ext cx="15361" cy="15485"/>
              </a:xfrm>
              <a:custGeom>
                <a:avLst/>
                <a:gdLst/>
                <a:ahLst/>
                <a:cxnLst/>
                <a:rect l="l" t="t" r="r" b="b"/>
                <a:pathLst>
                  <a:path w="20481" h="20647" extrusionOk="0">
                    <a:moveTo>
                      <a:pt x="24151" y="10885"/>
                    </a:moveTo>
                    <a:cubicBezTo>
                      <a:pt x="24151" y="16585"/>
                      <a:pt x="19569" y="21209"/>
                      <a:pt x="13945" y="21209"/>
                    </a:cubicBezTo>
                    <a:cubicBezTo>
                      <a:pt x="8252" y="21209"/>
                      <a:pt x="3670" y="16585"/>
                      <a:pt x="3670" y="10885"/>
                    </a:cubicBezTo>
                    <a:cubicBezTo>
                      <a:pt x="3670" y="5185"/>
                      <a:pt x="8252" y="561"/>
                      <a:pt x="13945" y="561"/>
                    </a:cubicBezTo>
                    <a:cubicBezTo>
                      <a:pt x="19569" y="561"/>
                      <a:pt x="24151" y="5185"/>
                      <a:pt x="24151" y="108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42">
                <a:extLst>
                  <a:ext uri="{FF2B5EF4-FFF2-40B4-BE49-F238E27FC236}">
                    <a16:creationId xmlns:a16="http://schemas.microsoft.com/office/drawing/2014/main" id="{3E176F5D-09E9-1EFE-0FD9-66B81C51AFD5}"/>
                  </a:ext>
                </a:extLst>
              </p:cNvPr>
              <p:cNvSpPr/>
              <p:nvPr/>
            </p:nvSpPr>
            <p:spPr>
              <a:xfrm>
                <a:off x="6064762" y="1889731"/>
                <a:ext cx="15309" cy="15485"/>
              </a:xfrm>
              <a:custGeom>
                <a:avLst/>
                <a:gdLst/>
                <a:ahLst/>
                <a:cxnLst/>
                <a:rect l="l" t="t" r="r" b="b"/>
                <a:pathLst>
                  <a:path w="20412" h="20647" extrusionOk="0">
                    <a:moveTo>
                      <a:pt x="24105" y="10885"/>
                    </a:moveTo>
                    <a:cubicBezTo>
                      <a:pt x="24105" y="16585"/>
                      <a:pt x="19523" y="21209"/>
                      <a:pt x="13899" y="21209"/>
                    </a:cubicBezTo>
                    <a:cubicBezTo>
                      <a:pt x="8275" y="21209"/>
                      <a:pt x="3693" y="16585"/>
                      <a:pt x="3693" y="10885"/>
                    </a:cubicBezTo>
                    <a:cubicBezTo>
                      <a:pt x="3693" y="5185"/>
                      <a:pt x="8275" y="561"/>
                      <a:pt x="13899" y="561"/>
                    </a:cubicBezTo>
                    <a:cubicBezTo>
                      <a:pt x="19523" y="561"/>
                      <a:pt x="24105" y="5185"/>
                      <a:pt x="24105" y="108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42">
                <a:extLst>
                  <a:ext uri="{FF2B5EF4-FFF2-40B4-BE49-F238E27FC236}">
                    <a16:creationId xmlns:a16="http://schemas.microsoft.com/office/drawing/2014/main" id="{47E207E3-60AF-7174-014B-C5A6885B4DE3}"/>
                  </a:ext>
                </a:extLst>
              </p:cNvPr>
              <p:cNvSpPr/>
              <p:nvPr/>
            </p:nvSpPr>
            <p:spPr>
              <a:xfrm>
                <a:off x="6104232" y="1889731"/>
                <a:ext cx="15360" cy="15485"/>
              </a:xfrm>
              <a:custGeom>
                <a:avLst/>
                <a:gdLst/>
                <a:ahLst/>
                <a:cxnLst/>
                <a:rect l="l" t="t" r="r" b="b"/>
                <a:pathLst>
                  <a:path w="20480" h="20647" extrusionOk="0">
                    <a:moveTo>
                      <a:pt x="24198" y="10885"/>
                    </a:moveTo>
                    <a:cubicBezTo>
                      <a:pt x="24198" y="16585"/>
                      <a:pt x="19615" y="21209"/>
                      <a:pt x="13923" y="21209"/>
                    </a:cubicBezTo>
                    <a:cubicBezTo>
                      <a:pt x="8299" y="21209"/>
                      <a:pt x="3717" y="16585"/>
                      <a:pt x="3717" y="10885"/>
                    </a:cubicBezTo>
                    <a:cubicBezTo>
                      <a:pt x="3717" y="5185"/>
                      <a:pt x="8299" y="561"/>
                      <a:pt x="13923" y="561"/>
                    </a:cubicBezTo>
                    <a:cubicBezTo>
                      <a:pt x="19615" y="561"/>
                      <a:pt x="24198" y="5185"/>
                      <a:pt x="24198" y="1088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1" name="Google Shape;1021;p42">
              <a:extLst>
                <a:ext uri="{FF2B5EF4-FFF2-40B4-BE49-F238E27FC236}">
                  <a16:creationId xmlns:a16="http://schemas.microsoft.com/office/drawing/2014/main" id="{F229DBAF-DCF8-A943-E8CF-BC705470CDD0}"/>
                </a:ext>
              </a:extLst>
            </p:cNvPr>
            <p:cNvGrpSpPr/>
            <p:nvPr/>
          </p:nvGrpSpPr>
          <p:grpSpPr>
            <a:xfrm>
              <a:off x="3627693" y="4284091"/>
              <a:ext cx="945222" cy="319917"/>
              <a:chOff x="1608712" y="575096"/>
              <a:chExt cx="670466" cy="226924"/>
            </a:xfrm>
          </p:grpSpPr>
          <p:sp>
            <p:nvSpPr>
              <p:cNvPr id="1022" name="Google Shape;1022;p42">
                <a:extLst>
                  <a:ext uri="{FF2B5EF4-FFF2-40B4-BE49-F238E27FC236}">
                    <a16:creationId xmlns:a16="http://schemas.microsoft.com/office/drawing/2014/main" id="{6BF941E2-2B68-C4DA-AF1C-0A5D732B6A39}"/>
                  </a:ext>
                </a:extLst>
              </p:cNvPr>
              <p:cNvSpPr/>
              <p:nvPr/>
            </p:nvSpPr>
            <p:spPr>
              <a:xfrm>
                <a:off x="1763432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608"/>
                    </a:moveTo>
                    <a:cubicBezTo>
                      <a:pt x="83609" y="64398"/>
                      <a:pt x="65136" y="82871"/>
                      <a:pt x="42353" y="82871"/>
                    </a:cubicBezTo>
                    <a:cubicBezTo>
                      <a:pt x="19556" y="82871"/>
                      <a:pt x="1090" y="64398"/>
                      <a:pt x="1090" y="41608"/>
                    </a:cubicBezTo>
                    <a:cubicBezTo>
                      <a:pt x="1090" y="18824"/>
                      <a:pt x="19556" y="352"/>
                      <a:pt x="42353" y="352"/>
                    </a:cubicBezTo>
                    <a:cubicBezTo>
                      <a:pt x="65136" y="352"/>
                      <a:pt x="83609" y="18824"/>
                      <a:pt x="83609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42">
                <a:extLst>
                  <a:ext uri="{FF2B5EF4-FFF2-40B4-BE49-F238E27FC236}">
                    <a16:creationId xmlns:a16="http://schemas.microsoft.com/office/drawing/2014/main" id="{32208B6A-144E-47B3-D50E-A5F55184319A}"/>
                  </a:ext>
                </a:extLst>
              </p:cNvPr>
              <p:cNvSpPr/>
              <p:nvPr/>
            </p:nvSpPr>
            <p:spPr>
              <a:xfrm>
                <a:off x="1608712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609" y="41724"/>
                    </a:moveTo>
                    <a:cubicBezTo>
                      <a:pt x="83609" y="64514"/>
                      <a:pt x="65136" y="82980"/>
                      <a:pt x="42353" y="82980"/>
                    </a:cubicBezTo>
                    <a:cubicBezTo>
                      <a:pt x="19556" y="82980"/>
                      <a:pt x="1090" y="64514"/>
                      <a:pt x="1090" y="41724"/>
                    </a:cubicBezTo>
                    <a:cubicBezTo>
                      <a:pt x="1090" y="18934"/>
                      <a:pt x="19556" y="462"/>
                      <a:pt x="42353" y="462"/>
                    </a:cubicBezTo>
                    <a:cubicBezTo>
                      <a:pt x="65136" y="462"/>
                      <a:pt x="83609" y="18934"/>
                      <a:pt x="83609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42">
                <a:extLst>
                  <a:ext uri="{FF2B5EF4-FFF2-40B4-BE49-F238E27FC236}">
                    <a16:creationId xmlns:a16="http://schemas.microsoft.com/office/drawing/2014/main" id="{F8887AE1-5BE5-4CAF-F906-512DCDD1EB2A}"/>
                  </a:ext>
                </a:extLst>
              </p:cNvPr>
              <p:cNvSpPr/>
              <p:nvPr/>
            </p:nvSpPr>
            <p:spPr>
              <a:xfrm>
                <a:off x="1918157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608"/>
                    </a:moveTo>
                    <a:cubicBezTo>
                      <a:pt x="83711" y="64398"/>
                      <a:pt x="65233" y="82871"/>
                      <a:pt x="42449" y="82871"/>
                    </a:cubicBezTo>
                    <a:cubicBezTo>
                      <a:pt x="19665" y="82871"/>
                      <a:pt x="1193" y="64398"/>
                      <a:pt x="1193" y="41608"/>
                    </a:cubicBezTo>
                    <a:cubicBezTo>
                      <a:pt x="1193" y="18824"/>
                      <a:pt x="19665" y="352"/>
                      <a:pt x="42449" y="352"/>
                    </a:cubicBezTo>
                    <a:cubicBezTo>
                      <a:pt x="65233" y="352"/>
                      <a:pt x="83711" y="18824"/>
                      <a:pt x="83711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42">
                <a:extLst>
                  <a:ext uri="{FF2B5EF4-FFF2-40B4-BE49-F238E27FC236}">
                    <a16:creationId xmlns:a16="http://schemas.microsoft.com/office/drawing/2014/main" id="{E894AD31-CAD3-6CA5-005E-5467CBEC5B56}"/>
                  </a:ext>
                </a:extLst>
              </p:cNvPr>
              <p:cNvSpPr/>
              <p:nvPr/>
            </p:nvSpPr>
            <p:spPr>
              <a:xfrm>
                <a:off x="1763436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711" y="41724"/>
                    </a:moveTo>
                    <a:cubicBezTo>
                      <a:pt x="83711" y="64514"/>
                      <a:pt x="65233" y="82980"/>
                      <a:pt x="42449" y="82980"/>
                    </a:cubicBezTo>
                    <a:cubicBezTo>
                      <a:pt x="19665" y="82980"/>
                      <a:pt x="1193" y="64514"/>
                      <a:pt x="1193" y="41724"/>
                    </a:cubicBezTo>
                    <a:cubicBezTo>
                      <a:pt x="1193" y="18934"/>
                      <a:pt x="19665" y="462"/>
                      <a:pt x="42449" y="462"/>
                    </a:cubicBezTo>
                    <a:cubicBezTo>
                      <a:pt x="65233" y="462"/>
                      <a:pt x="83711" y="18934"/>
                      <a:pt x="83711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42">
                <a:extLst>
                  <a:ext uri="{FF2B5EF4-FFF2-40B4-BE49-F238E27FC236}">
                    <a16:creationId xmlns:a16="http://schemas.microsoft.com/office/drawing/2014/main" id="{086260B6-F270-F85A-11A1-5181748F3328}"/>
                  </a:ext>
                </a:extLst>
              </p:cNvPr>
              <p:cNvSpPr/>
              <p:nvPr/>
            </p:nvSpPr>
            <p:spPr>
              <a:xfrm>
                <a:off x="2062560" y="575096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608"/>
                    </a:moveTo>
                    <a:cubicBezTo>
                      <a:pt x="83807" y="64398"/>
                      <a:pt x="65342" y="82871"/>
                      <a:pt x="42551" y="82871"/>
                    </a:cubicBezTo>
                    <a:cubicBezTo>
                      <a:pt x="19761" y="82871"/>
                      <a:pt x="1289" y="64398"/>
                      <a:pt x="1289" y="41608"/>
                    </a:cubicBezTo>
                    <a:cubicBezTo>
                      <a:pt x="1289" y="18824"/>
                      <a:pt x="19761" y="352"/>
                      <a:pt x="42551" y="352"/>
                    </a:cubicBezTo>
                    <a:cubicBezTo>
                      <a:pt x="65342" y="352"/>
                      <a:pt x="83807" y="18824"/>
                      <a:pt x="8380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42">
                <a:extLst>
                  <a:ext uri="{FF2B5EF4-FFF2-40B4-BE49-F238E27FC236}">
                    <a16:creationId xmlns:a16="http://schemas.microsoft.com/office/drawing/2014/main" id="{9DC11F41-7F9C-A6F0-B0B1-9C54EFA7406A}"/>
                  </a:ext>
                </a:extLst>
              </p:cNvPr>
              <p:cNvSpPr/>
              <p:nvPr/>
            </p:nvSpPr>
            <p:spPr>
              <a:xfrm>
                <a:off x="1907840" y="740131"/>
                <a:ext cx="61888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18" h="82518" extrusionOk="0">
                    <a:moveTo>
                      <a:pt x="83807" y="41724"/>
                    </a:moveTo>
                    <a:cubicBezTo>
                      <a:pt x="83807" y="64514"/>
                      <a:pt x="65342" y="82980"/>
                      <a:pt x="42551" y="82980"/>
                    </a:cubicBezTo>
                    <a:cubicBezTo>
                      <a:pt x="19761" y="82980"/>
                      <a:pt x="1289" y="64514"/>
                      <a:pt x="1289" y="41724"/>
                    </a:cubicBezTo>
                    <a:cubicBezTo>
                      <a:pt x="1289" y="18934"/>
                      <a:pt x="19761" y="462"/>
                      <a:pt x="42551" y="462"/>
                    </a:cubicBezTo>
                    <a:cubicBezTo>
                      <a:pt x="65342" y="462"/>
                      <a:pt x="83807" y="18934"/>
                      <a:pt x="8380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42">
                <a:extLst>
                  <a:ext uri="{FF2B5EF4-FFF2-40B4-BE49-F238E27FC236}">
                    <a16:creationId xmlns:a16="http://schemas.microsoft.com/office/drawing/2014/main" id="{A235697E-75F1-0809-582D-C4997D1907E8}"/>
                  </a:ext>
                </a:extLst>
              </p:cNvPr>
              <p:cNvSpPr/>
              <p:nvPr/>
            </p:nvSpPr>
            <p:spPr>
              <a:xfrm>
                <a:off x="2217284" y="575096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608"/>
                    </a:moveTo>
                    <a:cubicBezTo>
                      <a:pt x="83917" y="64398"/>
                      <a:pt x="65438" y="82871"/>
                      <a:pt x="42654" y="82871"/>
                    </a:cubicBezTo>
                    <a:cubicBezTo>
                      <a:pt x="19870" y="82871"/>
                      <a:pt x="1392" y="64398"/>
                      <a:pt x="1392" y="41608"/>
                    </a:cubicBezTo>
                    <a:cubicBezTo>
                      <a:pt x="1392" y="18824"/>
                      <a:pt x="19870" y="352"/>
                      <a:pt x="42654" y="352"/>
                    </a:cubicBezTo>
                    <a:cubicBezTo>
                      <a:pt x="65438" y="352"/>
                      <a:pt x="83917" y="18824"/>
                      <a:pt x="83917" y="4160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42">
                <a:extLst>
                  <a:ext uri="{FF2B5EF4-FFF2-40B4-BE49-F238E27FC236}">
                    <a16:creationId xmlns:a16="http://schemas.microsoft.com/office/drawing/2014/main" id="{5D8510CB-B7BA-C0DC-F26D-97FEA991A80F}"/>
                  </a:ext>
                </a:extLst>
              </p:cNvPr>
              <p:cNvSpPr/>
              <p:nvPr/>
            </p:nvSpPr>
            <p:spPr>
              <a:xfrm>
                <a:off x="2062564" y="740131"/>
                <a:ext cx="61893" cy="61889"/>
              </a:xfrm>
              <a:custGeom>
                <a:avLst/>
                <a:gdLst/>
                <a:ahLst/>
                <a:cxnLst/>
                <a:rect l="l" t="t" r="r" b="b"/>
                <a:pathLst>
                  <a:path w="82524" h="82518" extrusionOk="0">
                    <a:moveTo>
                      <a:pt x="83917" y="41724"/>
                    </a:moveTo>
                    <a:cubicBezTo>
                      <a:pt x="83917" y="64514"/>
                      <a:pt x="65438" y="82980"/>
                      <a:pt x="42654" y="82980"/>
                    </a:cubicBezTo>
                    <a:cubicBezTo>
                      <a:pt x="19870" y="82980"/>
                      <a:pt x="1392" y="64514"/>
                      <a:pt x="1392" y="41724"/>
                    </a:cubicBezTo>
                    <a:cubicBezTo>
                      <a:pt x="1392" y="18934"/>
                      <a:pt x="19870" y="462"/>
                      <a:pt x="42654" y="462"/>
                    </a:cubicBezTo>
                    <a:cubicBezTo>
                      <a:pt x="65438" y="462"/>
                      <a:pt x="83917" y="18934"/>
                      <a:pt x="83917" y="4172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30" name="Google Shape;1030;p42">
            <a:extLst>
              <a:ext uri="{FF2B5EF4-FFF2-40B4-BE49-F238E27FC236}">
                <a16:creationId xmlns:a16="http://schemas.microsoft.com/office/drawing/2014/main" id="{B94512E4-B1B1-C5AF-815F-F95260B8BE5E}"/>
              </a:ext>
            </a:extLst>
          </p:cNvPr>
          <p:cNvSpPr/>
          <p:nvPr/>
        </p:nvSpPr>
        <p:spPr>
          <a:xfrm rot="10800000" flipH="1">
            <a:off x="7914225" y="497534"/>
            <a:ext cx="295137" cy="295137"/>
          </a:xfrm>
          <a:custGeom>
            <a:avLst/>
            <a:gdLst/>
            <a:ahLst/>
            <a:cxnLst/>
            <a:rect l="l" t="t" r="r" b="b"/>
            <a:pathLst>
              <a:path w="259461" h="259461" extrusionOk="0">
                <a:moveTo>
                  <a:pt x="259461" y="87687"/>
                </a:moveTo>
                <a:lnTo>
                  <a:pt x="171774" y="87687"/>
                </a:lnTo>
                <a:lnTo>
                  <a:pt x="171774" y="0"/>
                </a:lnTo>
                <a:lnTo>
                  <a:pt x="87687" y="0"/>
                </a:lnTo>
                <a:lnTo>
                  <a:pt x="87687" y="87687"/>
                </a:lnTo>
                <a:lnTo>
                  <a:pt x="0" y="87687"/>
                </a:lnTo>
                <a:lnTo>
                  <a:pt x="0" y="171774"/>
                </a:lnTo>
                <a:lnTo>
                  <a:pt x="87687" y="171774"/>
                </a:lnTo>
                <a:lnTo>
                  <a:pt x="87687" y="259461"/>
                </a:lnTo>
                <a:lnTo>
                  <a:pt x="171774" y="259461"/>
                </a:lnTo>
                <a:lnTo>
                  <a:pt x="171774" y="171774"/>
                </a:lnTo>
                <a:lnTo>
                  <a:pt x="259461" y="171774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770;p36">
            <a:extLst>
              <a:ext uri="{FF2B5EF4-FFF2-40B4-BE49-F238E27FC236}">
                <a16:creationId xmlns:a16="http://schemas.microsoft.com/office/drawing/2014/main" id="{80D53DAA-4162-6B01-E905-73BD8D686CD0}"/>
              </a:ext>
            </a:extLst>
          </p:cNvPr>
          <p:cNvSpPr txBox="1">
            <a:spLocks/>
          </p:cNvSpPr>
          <p:nvPr/>
        </p:nvSpPr>
        <p:spPr>
          <a:xfrm>
            <a:off x="902884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algn="ctr"/>
            <a:r>
              <a:rPr lang="fr-FR"/>
              <a:t>Objectifs</a:t>
            </a:r>
          </a:p>
          <a:p>
            <a:pPr algn="ctr"/>
            <a:endParaRPr lang="fr-FR"/>
          </a:p>
        </p:txBody>
      </p:sp>
      <p:sp>
        <p:nvSpPr>
          <p:cNvPr id="7" name="Google Shape;771;p36">
            <a:extLst>
              <a:ext uri="{FF2B5EF4-FFF2-40B4-BE49-F238E27FC236}">
                <a16:creationId xmlns:a16="http://schemas.microsoft.com/office/drawing/2014/main" id="{FE320C4F-D05E-B16C-B566-BA50979F3E25}"/>
              </a:ext>
            </a:extLst>
          </p:cNvPr>
          <p:cNvSpPr txBox="1">
            <a:spLocks/>
          </p:cNvSpPr>
          <p:nvPr/>
        </p:nvSpPr>
        <p:spPr>
          <a:xfrm>
            <a:off x="4645387" y="1518767"/>
            <a:ext cx="4125600" cy="3051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2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pen Sans"/>
              <a:buNone/>
              <a:defRPr sz="30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52400" indent="0" algn="l" fontAlgn="base">
              <a:lnSpc>
                <a:spcPts val="1376"/>
              </a:lnSpc>
            </a:pPr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Destinataire : Direction de l’hôpital</a:t>
            </a:r>
          </a:p>
          <a:p>
            <a:pPr marL="438150" indent="-285750" algn="l" fontAlgn="base">
              <a:lnSpc>
                <a:spcPts val="1376"/>
              </a:lnSpc>
              <a:buFont typeface="Arial" panose="020B0604020202020204" pitchFamily="34" charset="0"/>
              <a:buChar char="•"/>
            </a:pPr>
            <a:endParaRPr lang="fr-FR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38150" indent="-285750" algn="l" fontAlgn="base">
              <a:buFont typeface="Arial" panose="020B0604020202020204" pitchFamily="34" charset="0"/>
              <a:buChar char="•"/>
            </a:pPr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Générer un jeu de données fictif basé sur l'activité de la Pitié-Salpêtrière.</a:t>
            </a:r>
          </a:p>
          <a:p>
            <a:pPr marL="438150" indent="-285750" algn="l" fontAlgn="base">
              <a:buFont typeface="Arial" panose="020B0604020202020204" pitchFamily="34" charset="0"/>
              <a:buChar char="•"/>
            </a:pPr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Analyser l’évolution des admissions et l’impact sur les ressources disponibles.</a:t>
            </a:r>
          </a:p>
          <a:p>
            <a:pPr marL="438150" indent="-285750" algn="l" fontAlgn="base">
              <a:buFont typeface="Arial" panose="020B0604020202020204" pitchFamily="34" charset="0"/>
              <a:buChar char="•"/>
            </a:pPr>
            <a:r>
              <a:rPr lang="fr-FR" sz="1800">
                <a:solidFill>
                  <a:srgbClr val="000000"/>
                </a:solidFill>
                <a:latin typeface="Arial" panose="020B0604020202020204" pitchFamily="34" charset="0"/>
              </a:rPr>
              <a:t>Développer un modèle de prévision permettant d’anticiper les pics d’activité.</a:t>
            </a:r>
          </a:p>
          <a:p>
            <a:pPr marL="438150" indent="-285750" algn="l" fontAlgn="base">
              <a:buFont typeface="Arial" panose="020B0604020202020204" pitchFamily="34" charset="0"/>
              <a:buChar char="•"/>
            </a:pPr>
            <a:endParaRPr lang="fr-FR" sz="180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438150" indent="-285750" algn="l" fontAlgn="base">
              <a:lnSpc>
                <a:spcPts val="1376"/>
              </a:lnSpc>
              <a:buFont typeface="Arial" panose="020B0604020202020204" pitchFamily="34" charset="0"/>
              <a:buChar char="•"/>
            </a:pPr>
            <a:endParaRPr lang="fr-FR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381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>
          <a:extLst>
            <a:ext uri="{FF2B5EF4-FFF2-40B4-BE49-F238E27FC236}">
              <a16:creationId xmlns:a16="http://schemas.microsoft.com/office/drawing/2014/main" id="{38A8BD5A-E1C5-1D9C-CC9E-8682004B6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7">
            <a:extLst>
              <a:ext uri="{FF2B5EF4-FFF2-40B4-BE49-F238E27FC236}">
                <a16:creationId xmlns:a16="http://schemas.microsoft.com/office/drawing/2014/main" id="{58D5BA99-8653-F007-0901-27B57B872A25}"/>
              </a:ext>
            </a:extLst>
          </p:cNvPr>
          <p:cNvSpPr/>
          <p:nvPr/>
        </p:nvSpPr>
        <p:spPr>
          <a:xfrm rot="10800000">
            <a:off x="5490473" y="4603994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7">
            <a:extLst>
              <a:ext uri="{FF2B5EF4-FFF2-40B4-BE49-F238E27FC236}">
                <a16:creationId xmlns:a16="http://schemas.microsoft.com/office/drawing/2014/main" id="{66E779B3-56BA-2BCE-0663-F5330D8514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Livrables</a:t>
            </a:r>
            <a:endParaRPr/>
          </a:p>
        </p:txBody>
      </p:sp>
      <p:sp>
        <p:nvSpPr>
          <p:cNvPr id="825" name="Google Shape;825;p37">
            <a:extLst>
              <a:ext uri="{FF2B5EF4-FFF2-40B4-BE49-F238E27FC236}">
                <a16:creationId xmlns:a16="http://schemas.microsoft.com/office/drawing/2014/main" id="{E85D723E-1E64-C7E1-9EF4-1C2A247C01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94675" y="3623071"/>
            <a:ext cx="6729300" cy="8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Simple, efficace</a:t>
            </a:r>
            <a:endParaRPr sz="1800"/>
          </a:p>
        </p:txBody>
      </p:sp>
      <p:sp>
        <p:nvSpPr>
          <p:cNvPr id="826" name="Google Shape;826;p37">
            <a:extLst>
              <a:ext uri="{FF2B5EF4-FFF2-40B4-BE49-F238E27FC236}">
                <a16:creationId xmlns:a16="http://schemas.microsoft.com/office/drawing/2014/main" id="{48FE5644-B7B3-0098-4EC1-2AD96BA233D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694700" y="1875099"/>
            <a:ext cx="6729300" cy="13429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latin typeface="+mj-lt"/>
              </a:rPr>
              <a:t>Rapport de conception et d’analyse hospitalière + </a:t>
            </a:r>
            <a:r>
              <a:rPr lang="fr-FR" sz="1800" i="0">
                <a:solidFill>
                  <a:schemeClr val="tx1"/>
                </a:solidFill>
                <a:effectLst/>
                <a:latin typeface="+mj-lt"/>
              </a:rPr>
              <a:t>Étude d'impact et recommandations stratégiques = 1 document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>
              <a:solidFill>
                <a:schemeClr val="tx1"/>
              </a:solidFill>
              <a:latin typeface="+mj-l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i="0">
                <a:solidFill>
                  <a:schemeClr val="tx1"/>
                </a:solidFill>
                <a:effectLst/>
                <a:latin typeface="+mj-lt"/>
              </a:rPr>
              <a:t>Rapport stratégique et marketing = 1 document</a:t>
            </a:r>
            <a:endParaRPr lang="fr-FR" sz="18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27" name="Google Shape;827;p37">
            <a:extLst>
              <a:ext uri="{FF2B5EF4-FFF2-40B4-BE49-F238E27FC236}">
                <a16:creationId xmlns:a16="http://schemas.microsoft.com/office/drawing/2014/main" id="{4600F958-4731-4344-9DF3-7A9C8E843D0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694675" y="1470250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Deux rapports</a:t>
            </a:r>
            <a:endParaRPr/>
          </a:p>
        </p:txBody>
      </p:sp>
      <p:sp>
        <p:nvSpPr>
          <p:cNvPr id="828" name="Google Shape;828;p37">
            <a:extLst>
              <a:ext uri="{FF2B5EF4-FFF2-40B4-BE49-F238E27FC236}">
                <a16:creationId xmlns:a16="http://schemas.microsoft.com/office/drawing/2014/main" id="{B779BBF0-FD69-216E-E322-A6A9711C89B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694700" y="3218071"/>
            <a:ext cx="6729300" cy="48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</a:t>
            </a:r>
            <a:endParaRPr/>
          </a:p>
        </p:txBody>
      </p:sp>
      <p:grpSp>
        <p:nvGrpSpPr>
          <p:cNvPr id="829" name="Google Shape;829;p37">
            <a:extLst>
              <a:ext uri="{FF2B5EF4-FFF2-40B4-BE49-F238E27FC236}">
                <a16:creationId xmlns:a16="http://schemas.microsoft.com/office/drawing/2014/main" id="{0948D914-A9FA-C680-0AE3-FF7EB838AFD1}"/>
              </a:ext>
            </a:extLst>
          </p:cNvPr>
          <p:cNvGrpSpPr/>
          <p:nvPr/>
        </p:nvGrpSpPr>
        <p:grpSpPr>
          <a:xfrm rot="-1002994">
            <a:off x="762849" y="1545541"/>
            <a:ext cx="727151" cy="808402"/>
            <a:chOff x="730597" y="1517249"/>
            <a:chExt cx="791657" cy="880117"/>
          </a:xfrm>
        </p:grpSpPr>
        <p:sp>
          <p:nvSpPr>
            <p:cNvPr id="830" name="Google Shape;830;p37">
              <a:extLst>
                <a:ext uri="{FF2B5EF4-FFF2-40B4-BE49-F238E27FC236}">
                  <a16:creationId xmlns:a16="http://schemas.microsoft.com/office/drawing/2014/main" id="{2F693D46-CB18-9140-A081-710AA83D7F6C}"/>
                </a:ext>
              </a:extLst>
            </p:cNvPr>
            <p:cNvSpPr/>
            <p:nvPr/>
          </p:nvSpPr>
          <p:spPr>
            <a:xfrm rot="5400000">
              <a:off x="686367" y="1561479"/>
              <a:ext cx="880117" cy="791657"/>
            </a:xfrm>
            <a:custGeom>
              <a:avLst/>
              <a:gdLst/>
              <a:ahLst/>
              <a:cxnLst/>
              <a:rect l="l" t="t" r="r" b="b"/>
              <a:pathLst>
                <a:path w="1173489" h="1055543" extrusionOk="0">
                  <a:moveTo>
                    <a:pt x="1162842" y="516647"/>
                  </a:moveTo>
                  <a:lnTo>
                    <a:pt x="911258" y="1003908"/>
                  </a:lnTo>
                  <a:cubicBezTo>
                    <a:pt x="887093" y="1050714"/>
                    <a:pt x="829562" y="1069059"/>
                    <a:pt x="782756" y="1044894"/>
                  </a:cubicBezTo>
                  <a:lnTo>
                    <a:pt x="51636" y="667399"/>
                  </a:lnTo>
                  <a:cubicBezTo>
                    <a:pt x="4830" y="643234"/>
                    <a:pt x="-13515" y="585703"/>
                    <a:pt x="10650" y="538897"/>
                  </a:cubicBezTo>
                  <a:lnTo>
                    <a:pt x="262224" y="51636"/>
                  </a:lnTo>
                  <a:cubicBezTo>
                    <a:pt x="286390" y="4830"/>
                    <a:pt x="343920" y="-13515"/>
                    <a:pt x="390726" y="10650"/>
                  </a:cubicBezTo>
                  <a:lnTo>
                    <a:pt x="1121846" y="388145"/>
                  </a:lnTo>
                  <a:cubicBezTo>
                    <a:pt x="1168652" y="412310"/>
                    <a:pt x="1187007" y="469841"/>
                    <a:pt x="1162842" y="5166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7">
              <a:extLst>
                <a:ext uri="{FF2B5EF4-FFF2-40B4-BE49-F238E27FC236}">
                  <a16:creationId xmlns:a16="http://schemas.microsoft.com/office/drawing/2014/main" id="{AAC079D9-EB50-1E03-57BC-F025CEA21682}"/>
                </a:ext>
              </a:extLst>
            </p:cNvPr>
            <p:cNvSpPr/>
            <p:nvPr/>
          </p:nvSpPr>
          <p:spPr>
            <a:xfrm rot="1639942">
              <a:off x="887690" y="1621272"/>
              <a:ext cx="477193" cy="673562"/>
            </a:xfrm>
            <a:custGeom>
              <a:avLst/>
              <a:gdLst/>
              <a:ahLst/>
              <a:cxnLst/>
              <a:rect l="l" t="t" r="r" b="b"/>
              <a:pathLst>
                <a:path w="635084" h="896426" extrusionOk="0">
                  <a:moveTo>
                    <a:pt x="0" y="0"/>
                  </a:moveTo>
                  <a:lnTo>
                    <a:pt x="635085" y="0"/>
                  </a:lnTo>
                  <a:lnTo>
                    <a:pt x="635085" y="896427"/>
                  </a:lnTo>
                  <a:lnTo>
                    <a:pt x="0" y="89642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7">
              <a:extLst>
                <a:ext uri="{FF2B5EF4-FFF2-40B4-BE49-F238E27FC236}">
                  <a16:creationId xmlns:a16="http://schemas.microsoft.com/office/drawing/2014/main" id="{4B3D8E96-3CB0-F7F1-CDB4-DC7F5EF1F2F0}"/>
                </a:ext>
              </a:extLst>
            </p:cNvPr>
            <p:cNvSpPr/>
            <p:nvPr/>
          </p:nvSpPr>
          <p:spPr>
            <a:xfrm rot="5400000">
              <a:off x="1209942" y="1520288"/>
              <a:ext cx="171968" cy="230164"/>
            </a:xfrm>
            <a:custGeom>
              <a:avLst/>
              <a:gdLst/>
              <a:ahLst/>
              <a:cxnLst/>
              <a:rect l="l" t="t" r="r" b="b"/>
              <a:pathLst>
                <a:path w="229290" h="306885" extrusionOk="0">
                  <a:moveTo>
                    <a:pt x="225756" y="86408"/>
                  </a:moveTo>
                  <a:lnTo>
                    <a:pt x="120762" y="289747"/>
                  </a:lnTo>
                  <a:cubicBezTo>
                    <a:pt x="113932" y="302977"/>
                    <a:pt x="98797" y="309664"/>
                    <a:pt x="84414" y="305797"/>
                  </a:cubicBezTo>
                  <a:lnTo>
                    <a:pt x="23464" y="289414"/>
                  </a:lnTo>
                  <a:cubicBezTo>
                    <a:pt x="3957" y="284175"/>
                    <a:pt x="-5721" y="262258"/>
                    <a:pt x="3547" y="244313"/>
                  </a:cubicBezTo>
                  <a:lnTo>
                    <a:pt x="120838" y="17142"/>
                  </a:lnTo>
                  <a:cubicBezTo>
                    <a:pt x="130106" y="-803"/>
                    <a:pt x="153575" y="-5604"/>
                    <a:pt x="169139" y="7264"/>
                  </a:cubicBezTo>
                  <a:lnTo>
                    <a:pt x="217793" y="47469"/>
                  </a:lnTo>
                  <a:cubicBezTo>
                    <a:pt x="229280" y="56966"/>
                    <a:pt x="232595" y="73177"/>
                    <a:pt x="225756" y="86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7">
              <a:extLst>
                <a:ext uri="{FF2B5EF4-FFF2-40B4-BE49-F238E27FC236}">
                  <a16:creationId xmlns:a16="http://schemas.microsoft.com/office/drawing/2014/main" id="{8A918900-763E-87FD-0D0D-7920153CF62A}"/>
                </a:ext>
              </a:extLst>
            </p:cNvPr>
            <p:cNvSpPr/>
            <p:nvPr/>
          </p:nvSpPr>
          <p:spPr>
            <a:xfrm rot="5400000">
              <a:off x="1269385" y="1560705"/>
              <a:ext cx="81524" cy="81524"/>
            </a:xfrm>
            <a:custGeom>
              <a:avLst/>
              <a:gdLst/>
              <a:ahLst/>
              <a:cxnLst/>
              <a:rect l="l" t="t" r="r" b="b"/>
              <a:pathLst>
                <a:path w="108699" h="108699" extrusionOk="0">
                  <a:moveTo>
                    <a:pt x="108699" y="54350"/>
                  </a:moveTo>
                  <a:cubicBezTo>
                    <a:pt x="108699" y="84366"/>
                    <a:pt x="84366" y="108699"/>
                    <a:pt x="54350" y="108699"/>
                  </a:cubicBezTo>
                  <a:cubicBezTo>
                    <a:pt x="24333" y="108699"/>
                    <a:pt x="0" y="84366"/>
                    <a:pt x="0" y="54350"/>
                  </a:cubicBezTo>
                  <a:cubicBezTo>
                    <a:pt x="0" y="24333"/>
                    <a:pt x="24333" y="0"/>
                    <a:pt x="54350" y="0"/>
                  </a:cubicBezTo>
                  <a:cubicBezTo>
                    <a:pt x="84366" y="0"/>
                    <a:pt x="108699" y="24333"/>
                    <a:pt x="108699" y="5435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7">
              <a:extLst>
                <a:ext uri="{FF2B5EF4-FFF2-40B4-BE49-F238E27FC236}">
                  <a16:creationId xmlns:a16="http://schemas.microsoft.com/office/drawing/2014/main" id="{513C9C5A-3BCB-548E-CDC3-2CFB6D90A2C9}"/>
                </a:ext>
              </a:extLst>
            </p:cNvPr>
            <p:cNvSpPr/>
            <p:nvPr/>
          </p:nvSpPr>
          <p:spPr>
            <a:xfrm rot="1639942">
              <a:off x="972189" y="1878807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7">
              <a:extLst>
                <a:ext uri="{FF2B5EF4-FFF2-40B4-BE49-F238E27FC236}">
                  <a16:creationId xmlns:a16="http://schemas.microsoft.com/office/drawing/2014/main" id="{5C6F8A5B-C5C5-29F1-B325-C8F8F64D4ED2}"/>
                </a:ext>
              </a:extLst>
            </p:cNvPr>
            <p:cNvSpPr/>
            <p:nvPr/>
          </p:nvSpPr>
          <p:spPr>
            <a:xfrm rot="1639942">
              <a:off x="1037556" y="1720115"/>
              <a:ext cx="109436" cy="32673"/>
            </a:xfrm>
            <a:custGeom>
              <a:avLst/>
              <a:gdLst/>
              <a:ahLst/>
              <a:cxnLst/>
              <a:rect l="l" t="t" r="r" b="b"/>
              <a:pathLst>
                <a:path w="145645" h="43483" extrusionOk="0">
                  <a:moveTo>
                    <a:pt x="0" y="0"/>
                  </a:moveTo>
                  <a:lnTo>
                    <a:pt x="145645" y="0"/>
                  </a:lnTo>
                  <a:lnTo>
                    <a:pt x="145645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7">
              <a:extLst>
                <a:ext uri="{FF2B5EF4-FFF2-40B4-BE49-F238E27FC236}">
                  <a16:creationId xmlns:a16="http://schemas.microsoft.com/office/drawing/2014/main" id="{36A37202-5C5B-A547-5EE1-BB7FA590AF2A}"/>
                </a:ext>
              </a:extLst>
            </p:cNvPr>
            <p:cNvSpPr/>
            <p:nvPr/>
          </p:nvSpPr>
          <p:spPr>
            <a:xfrm rot="5400000">
              <a:off x="1293939" y="1808800"/>
              <a:ext cx="89696" cy="89696"/>
            </a:xfrm>
            <a:custGeom>
              <a:avLst/>
              <a:gdLst/>
              <a:ahLst/>
              <a:cxnLst/>
              <a:rect l="l" t="t" r="r" b="b"/>
              <a:pathLst>
                <a:path w="119595" h="119595" extrusionOk="0">
                  <a:moveTo>
                    <a:pt x="75752" y="0"/>
                  </a:moveTo>
                  <a:lnTo>
                    <a:pt x="54102" y="41948"/>
                  </a:lnTo>
                  <a:lnTo>
                    <a:pt x="12154" y="20288"/>
                  </a:lnTo>
                  <a:lnTo>
                    <a:pt x="0" y="43844"/>
                  </a:lnTo>
                  <a:lnTo>
                    <a:pt x="41938" y="65494"/>
                  </a:lnTo>
                  <a:lnTo>
                    <a:pt x="20288" y="107442"/>
                  </a:lnTo>
                  <a:lnTo>
                    <a:pt x="43834" y="119596"/>
                  </a:lnTo>
                  <a:lnTo>
                    <a:pt x="65494" y="77657"/>
                  </a:lnTo>
                  <a:lnTo>
                    <a:pt x="107432" y="99317"/>
                  </a:lnTo>
                  <a:lnTo>
                    <a:pt x="119596" y="75762"/>
                  </a:lnTo>
                  <a:lnTo>
                    <a:pt x="77648" y="54102"/>
                  </a:lnTo>
                  <a:lnTo>
                    <a:pt x="99308" y="121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7">
              <a:extLst>
                <a:ext uri="{FF2B5EF4-FFF2-40B4-BE49-F238E27FC236}">
                  <a16:creationId xmlns:a16="http://schemas.microsoft.com/office/drawing/2014/main" id="{DF711ABC-E370-6095-8D9A-A15E1A9D70A0}"/>
                </a:ext>
              </a:extLst>
            </p:cNvPr>
            <p:cNvSpPr/>
            <p:nvPr/>
          </p:nvSpPr>
          <p:spPr>
            <a:xfrm rot="1639942">
              <a:off x="930436" y="1959701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7">
              <a:extLst>
                <a:ext uri="{FF2B5EF4-FFF2-40B4-BE49-F238E27FC236}">
                  <a16:creationId xmlns:a16="http://schemas.microsoft.com/office/drawing/2014/main" id="{1A1C98AE-B8FB-1ADD-63C4-BDC57D0E58E2}"/>
                </a:ext>
              </a:extLst>
            </p:cNvPr>
            <p:cNvSpPr/>
            <p:nvPr/>
          </p:nvSpPr>
          <p:spPr>
            <a:xfrm rot="1639942">
              <a:off x="888678" y="2040588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7">
              <a:extLst>
                <a:ext uri="{FF2B5EF4-FFF2-40B4-BE49-F238E27FC236}">
                  <a16:creationId xmlns:a16="http://schemas.microsoft.com/office/drawing/2014/main" id="{7AA4864B-6314-A634-7516-CA347F84A48C}"/>
                </a:ext>
              </a:extLst>
            </p:cNvPr>
            <p:cNvSpPr/>
            <p:nvPr/>
          </p:nvSpPr>
          <p:spPr>
            <a:xfrm rot="1639942">
              <a:off x="846912" y="2121478"/>
              <a:ext cx="373670" cy="32673"/>
            </a:xfrm>
            <a:custGeom>
              <a:avLst/>
              <a:gdLst/>
              <a:ahLst/>
              <a:cxnLst/>
              <a:rect l="l" t="t" r="r" b="b"/>
              <a:pathLst>
                <a:path w="497307" h="43483" extrusionOk="0">
                  <a:moveTo>
                    <a:pt x="0" y="0"/>
                  </a:moveTo>
                  <a:lnTo>
                    <a:pt x="497308" y="0"/>
                  </a:lnTo>
                  <a:lnTo>
                    <a:pt x="497308" y="43484"/>
                  </a:lnTo>
                  <a:lnTo>
                    <a:pt x="0" y="43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0" name="Google Shape;840;p37">
            <a:extLst>
              <a:ext uri="{FF2B5EF4-FFF2-40B4-BE49-F238E27FC236}">
                <a16:creationId xmlns:a16="http://schemas.microsoft.com/office/drawing/2014/main" id="{879A9D5D-A3A0-4DE7-ADA3-4684FD8DBFC2}"/>
              </a:ext>
            </a:extLst>
          </p:cNvPr>
          <p:cNvGrpSpPr/>
          <p:nvPr/>
        </p:nvGrpSpPr>
        <p:grpSpPr>
          <a:xfrm rot="514500">
            <a:off x="838925" y="3518667"/>
            <a:ext cx="574800" cy="808828"/>
            <a:chOff x="930258" y="3083413"/>
            <a:chExt cx="509845" cy="717426"/>
          </a:xfrm>
        </p:grpSpPr>
        <p:sp>
          <p:nvSpPr>
            <p:cNvPr id="841" name="Google Shape;841;p37">
              <a:extLst>
                <a:ext uri="{FF2B5EF4-FFF2-40B4-BE49-F238E27FC236}">
                  <a16:creationId xmlns:a16="http://schemas.microsoft.com/office/drawing/2014/main" id="{BF9C6248-D745-FC3E-4F69-A6268A762F01}"/>
                </a:ext>
              </a:extLst>
            </p:cNvPr>
            <p:cNvSpPr/>
            <p:nvPr/>
          </p:nvSpPr>
          <p:spPr>
            <a:xfrm>
              <a:off x="952367" y="3205742"/>
              <a:ext cx="487736" cy="595097"/>
            </a:xfrm>
            <a:custGeom>
              <a:avLst/>
              <a:gdLst/>
              <a:ahLst/>
              <a:cxnLst/>
              <a:rect l="l" t="t" r="r" b="b"/>
              <a:pathLst>
                <a:path w="691824" h="844109" extrusionOk="0">
                  <a:moveTo>
                    <a:pt x="348353" y="5767"/>
                  </a:moveTo>
                  <a:lnTo>
                    <a:pt x="74090" y="98474"/>
                  </a:lnTo>
                  <a:cubicBezTo>
                    <a:pt x="17083" y="117742"/>
                    <a:pt x="-13501" y="179569"/>
                    <a:pt x="5768" y="236576"/>
                  </a:cubicBezTo>
                  <a:lnTo>
                    <a:pt x="77586" y="449051"/>
                  </a:lnTo>
                  <a:lnTo>
                    <a:pt x="211127" y="844109"/>
                  </a:lnTo>
                  <a:lnTo>
                    <a:pt x="691825" y="681623"/>
                  </a:lnTo>
                  <a:lnTo>
                    <a:pt x="558284" y="286564"/>
                  </a:lnTo>
                  <a:lnTo>
                    <a:pt x="486466" y="74090"/>
                  </a:lnTo>
                  <a:cubicBezTo>
                    <a:pt x="467187" y="17092"/>
                    <a:pt x="405360" y="-13502"/>
                    <a:pt x="348353" y="576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7">
              <a:extLst>
                <a:ext uri="{FF2B5EF4-FFF2-40B4-BE49-F238E27FC236}">
                  <a16:creationId xmlns:a16="http://schemas.microsoft.com/office/drawing/2014/main" id="{B8587FC7-E320-0FDF-95E9-A56AF48B21E3}"/>
                </a:ext>
              </a:extLst>
            </p:cNvPr>
            <p:cNvSpPr/>
            <p:nvPr/>
          </p:nvSpPr>
          <p:spPr>
            <a:xfrm>
              <a:off x="930258" y="3083413"/>
              <a:ext cx="295042" cy="200507"/>
            </a:xfrm>
            <a:custGeom>
              <a:avLst/>
              <a:gdLst/>
              <a:ahLst/>
              <a:cxnLst/>
              <a:rect l="l" t="t" r="r" b="b"/>
              <a:pathLst>
                <a:path w="418499" h="284407" extrusionOk="0">
                  <a:moveTo>
                    <a:pt x="363950" y="0"/>
                  </a:moveTo>
                  <a:lnTo>
                    <a:pt x="418500" y="161373"/>
                  </a:lnTo>
                  <a:lnTo>
                    <a:pt x="54550" y="284407"/>
                  </a:lnTo>
                  <a:lnTo>
                    <a:pt x="0" y="12302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3" name="Google Shape;843;p37">
              <a:extLst>
                <a:ext uri="{FF2B5EF4-FFF2-40B4-BE49-F238E27FC236}">
                  <a16:creationId xmlns:a16="http://schemas.microsoft.com/office/drawing/2014/main" id="{FD915D32-B707-6312-F552-CA96A1B1A7B4}"/>
                </a:ext>
              </a:extLst>
            </p:cNvPr>
            <p:cNvGrpSpPr/>
            <p:nvPr/>
          </p:nvGrpSpPr>
          <p:grpSpPr>
            <a:xfrm>
              <a:off x="1077493" y="3112023"/>
              <a:ext cx="107072" cy="107568"/>
              <a:chOff x="2483348" y="4120724"/>
              <a:chExt cx="151961" cy="152666"/>
            </a:xfrm>
          </p:grpSpPr>
          <p:sp>
            <p:nvSpPr>
              <p:cNvPr id="844" name="Google Shape;844;p37">
                <a:extLst>
                  <a:ext uri="{FF2B5EF4-FFF2-40B4-BE49-F238E27FC236}">
                    <a16:creationId xmlns:a16="http://schemas.microsoft.com/office/drawing/2014/main" id="{C8E5BD9E-FF38-7C02-51B8-EF17916A0A4E}"/>
                  </a:ext>
                </a:extLst>
              </p:cNvPr>
              <p:cNvSpPr/>
              <p:nvPr/>
            </p:nvSpPr>
            <p:spPr>
              <a:xfrm>
                <a:off x="2483348" y="4159024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7">
                <a:extLst>
                  <a:ext uri="{FF2B5EF4-FFF2-40B4-BE49-F238E27FC236}">
                    <a16:creationId xmlns:a16="http://schemas.microsoft.com/office/drawing/2014/main" id="{784DCAD1-A32B-BE4E-90A1-626BA16739A3}"/>
                  </a:ext>
                </a:extLst>
              </p:cNvPr>
              <p:cNvSpPr/>
              <p:nvPr/>
            </p:nvSpPr>
            <p:spPr>
              <a:xfrm>
                <a:off x="2521115" y="4146251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7">
                <a:extLst>
                  <a:ext uri="{FF2B5EF4-FFF2-40B4-BE49-F238E27FC236}">
                    <a16:creationId xmlns:a16="http://schemas.microsoft.com/office/drawing/2014/main" id="{C128BE96-785E-A6E0-8348-BBF30BA05C9F}"/>
                  </a:ext>
                </a:extLst>
              </p:cNvPr>
              <p:cNvSpPr/>
              <p:nvPr/>
            </p:nvSpPr>
            <p:spPr>
              <a:xfrm>
                <a:off x="2558881" y="4133488"/>
                <a:ext cx="38661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61" h="114366" extrusionOk="0">
                    <a:moveTo>
                      <a:pt x="0" y="0"/>
                    </a:moveTo>
                    <a:lnTo>
                      <a:pt x="3866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7">
                <a:extLst>
                  <a:ext uri="{FF2B5EF4-FFF2-40B4-BE49-F238E27FC236}">
                    <a16:creationId xmlns:a16="http://schemas.microsoft.com/office/drawing/2014/main" id="{8B559407-5953-BE93-9908-D5469F9CC620}"/>
                  </a:ext>
                </a:extLst>
              </p:cNvPr>
              <p:cNvSpPr/>
              <p:nvPr/>
            </p:nvSpPr>
            <p:spPr>
              <a:xfrm>
                <a:off x="2596657" y="4120724"/>
                <a:ext cx="38652" cy="114366"/>
              </a:xfrm>
              <a:custGeom>
                <a:avLst/>
                <a:gdLst/>
                <a:ahLst/>
                <a:cxnLst/>
                <a:rect l="l" t="t" r="r" b="b"/>
                <a:pathLst>
                  <a:path w="38652" h="114366" extrusionOk="0">
                    <a:moveTo>
                      <a:pt x="0" y="0"/>
                    </a:moveTo>
                    <a:lnTo>
                      <a:pt x="38652" y="11436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8" name="Google Shape;848;p37">
              <a:extLst>
                <a:ext uri="{FF2B5EF4-FFF2-40B4-BE49-F238E27FC236}">
                  <a16:creationId xmlns:a16="http://schemas.microsoft.com/office/drawing/2014/main" id="{08C737CD-4543-25FB-DDD4-441E720BF8C7}"/>
                </a:ext>
              </a:extLst>
            </p:cNvPr>
            <p:cNvSpPr/>
            <p:nvPr/>
          </p:nvSpPr>
          <p:spPr>
            <a:xfrm>
              <a:off x="1058456" y="3361216"/>
              <a:ext cx="250514" cy="250514"/>
            </a:xfrm>
            <a:custGeom>
              <a:avLst/>
              <a:gdLst/>
              <a:ahLst/>
              <a:cxnLst/>
              <a:rect l="l" t="t" r="r" b="b"/>
              <a:pathLst>
                <a:path w="355339" h="355339" extrusionOk="0">
                  <a:moveTo>
                    <a:pt x="355340" y="177670"/>
                  </a:moveTo>
                  <a:cubicBezTo>
                    <a:pt x="355340" y="275794"/>
                    <a:pt x="275794" y="355340"/>
                    <a:pt x="177670" y="355340"/>
                  </a:cubicBezTo>
                  <a:cubicBezTo>
                    <a:pt x="79545" y="355340"/>
                    <a:pt x="0" y="275794"/>
                    <a:pt x="0" y="177670"/>
                  </a:cubicBezTo>
                  <a:cubicBezTo>
                    <a:pt x="0" y="79546"/>
                    <a:pt x="79545" y="0"/>
                    <a:pt x="177670" y="0"/>
                  </a:cubicBezTo>
                  <a:cubicBezTo>
                    <a:pt x="275794" y="0"/>
                    <a:pt x="355340" y="79545"/>
                    <a:pt x="355340" y="17767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7">
              <a:extLst>
                <a:ext uri="{FF2B5EF4-FFF2-40B4-BE49-F238E27FC236}">
                  <a16:creationId xmlns:a16="http://schemas.microsoft.com/office/drawing/2014/main" id="{15507B3D-B2CE-39B2-BFCA-C9E537F458AF}"/>
                </a:ext>
              </a:extLst>
            </p:cNvPr>
            <p:cNvSpPr/>
            <p:nvPr/>
          </p:nvSpPr>
          <p:spPr>
            <a:xfrm>
              <a:off x="1100480" y="3403239"/>
              <a:ext cx="166414" cy="166407"/>
            </a:xfrm>
            <a:custGeom>
              <a:avLst/>
              <a:gdLst/>
              <a:ahLst/>
              <a:cxnLst/>
              <a:rect l="l" t="t" r="r" b="b"/>
              <a:pathLst>
                <a:path w="236048" h="236038" extrusionOk="0">
                  <a:moveTo>
                    <a:pt x="212750" y="47606"/>
                  </a:moveTo>
                  <a:lnTo>
                    <a:pt x="140837" y="71914"/>
                  </a:lnTo>
                  <a:lnTo>
                    <a:pt x="116529" y="0"/>
                  </a:lnTo>
                  <a:lnTo>
                    <a:pt x="47615" y="23288"/>
                  </a:lnTo>
                  <a:lnTo>
                    <a:pt x="71923" y="95212"/>
                  </a:lnTo>
                  <a:lnTo>
                    <a:pt x="0" y="119519"/>
                  </a:lnTo>
                  <a:lnTo>
                    <a:pt x="23298" y="188433"/>
                  </a:lnTo>
                  <a:lnTo>
                    <a:pt x="95212" y="164125"/>
                  </a:lnTo>
                  <a:lnTo>
                    <a:pt x="119529" y="236039"/>
                  </a:lnTo>
                  <a:lnTo>
                    <a:pt x="188443" y="212750"/>
                  </a:lnTo>
                  <a:lnTo>
                    <a:pt x="164135" y="140827"/>
                  </a:lnTo>
                  <a:lnTo>
                    <a:pt x="236049" y="116519"/>
                  </a:lnTo>
                  <a:close/>
                </a:path>
              </a:pathLst>
            </a:custGeom>
            <a:solidFill>
              <a:srgbClr val="FCFBF7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50" name="Google Shape;850;p37">
            <a:extLst>
              <a:ext uri="{FF2B5EF4-FFF2-40B4-BE49-F238E27FC236}">
                <a16:creationId xmlns:a16="http://schemas.microsoft.com/office/drawing/2014/main" id="{074D5834-648C-3D88-348E-A939E58F7620}"/>
              </a:ext>
            </a:extLst>
          </p:cNvPr>
          <p:cNvGrpSpPr/>
          <p:nvPr/>
        </p:nvGrpSpPr>
        <p:grpSpPr>
          <a:xfrm>
            <a:off x="8430786" y="4372763"/>
            <a:ext cx="727117" cy="770735"/>
            <a:chOff x="5137170" y="1563182"/>
            <a:chExt cx="584358" cy="619462"/>
          </a:xfrm>
        </p:grpSpPr>
        <p:sp>
          <p:nvSpPr>
            <p:cNvPr id="851" name="Google Shape;851;p37">
              <a:extLst>
                <a:ext uri="{FF2B5EF4-FFF2-40B4-BE49-F238E27FC236}">
                  <a16:creationId xmlns:a16="http://schemas.microsoft.com/office/drawing/2014/main" id="{5230F0A6-7546-4B73-5C11-D55BED385309}"/>
                </a:ext>
              </a:extLst>
            </p:cNvPr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7">
              <a:extLst>
                <a:ext uri="{FF2B5EF4-FFF2-40B4-BE49-F238E27FC236}">
                  <a16:creationId xmlns:a16="http://schemas.microsoft.com/office/drawing/2014/main" id="{2E51456A-7E43-2F99-E10C-D38D08A14C2F}"/>
                </a:ext>
              </a:extLst>
            </p:cNvPr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7">
              <a:extLst>
                <a:ext uri="{FF2B5EF4-FFF2-40B4-BE49-F238E27FC236}">
                  <a16:creationId xmlns:a16="http://schemas.microsoft.com/office/drawing/2014/main" id="{C2ECBA15-574C-81B1-0086-387E0CBA7202}"/>
                </a:ext>
              </a:extLst>
            </p:cNvPr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7">
              <a:extLst>
                <a:ext uri="{FF2B5EF4-FFF2-40B4-BE49-F238E27FC236}">
                  <a16:creationId xmlns:a16="http://schemas.microsoft.com/office/drawing/2014/main" id="{D37045B9-B811-7352-3F26-8BD20B44838D}"/>
                </a:ext>
              </a:extLst>
            </p:cNvPr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7">
              <a:extLst>
                <a:ext uri="{FF2B5EF4-FFF2-40B4-BE49-F238E27FC236}">
                  <a16:creationId xmlns:a16="http://schemas.microsoft.com/office/drawing/2014/main" id="{F7A93A96-8BE1-25EE-0886-E4FBDDBE0829}"/>
                </a:ext>
              </a:extLst>
            </p:cNvPr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7">
              <a:extLst>
                <a:ext uri="{FF2B5EF4-FFF2-40B4-BE49-F238E27FC236}">
                  <a16:creationId xmlns:a16="http://schemas.microsoft.com/office/drawing/2014/main" id="{A5C4574F-C39F-C876-CC10-F098E51D9AD3}"/>
                </a:ext>
              </a:extLst>
            </p:cNvPr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7">
              <a:extLst>
                <a:ext uri="{FF2B5EF4-FFF2-40B4-BE49-F238E27FC236}">
                  <a16:creationId xmlns:a16="http://schemas.microsoft.com/office/drawing/2014/main" id="{0EDC91BA-E11B-9FE6-D567-8535051FA33E}"/>
                </a:ext>
              </a:extLst>
            </p:cNvPr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7">
              <a:extLst>
                <a:ext uri="{FF2B5EF4-FFF2-40B4-BE49-F238E27FC236}">
                  <a16:creationId xmlns:a16="http://schemas.microsoft.com/office/drawing/2014/main" id="{9537321E-51E2-43A5-1D4B-D4B52E9AD36A}"/>
                </a:ext>
              </a:extLst>
            </p:cNvPr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7">
              <a:extLst>
                <a:ext uri="{FF2B5EF4-FFF2-40B4-BE49-F238E27FC236}">
                  <a16:creationId xmlns:a16="http://schemas.microsoft.com/office/drawing/2014/main" id="{320F9F54-0566-DB7C-FC98-7E19E1C0C39C}"/>
                </a:ext>
              </a:extLst>
            </p:cNvPr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7">
              <a:extLst>
                <a:ext uri="{FF2B5EF4-FFF2-40B4-BE49-F238E27FC236}">
                  <a16:creationId xmlns:a16="http://schemas.microsoft.com/office/drawing/2014/main" id="{936AF2A0-D298-3031-5473-8A2FD615D02F}"/>
                </a:ext>
              </a:extLst>
            </p:cNvPr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7">
              <a:extLst>
                <a:ext uri="{FF2B5EF4-FFF2-40B4-BE49-F238E27FC236}">
                  <a16:creationId xmlns:a16="http://schemas.microsoft.com/office/drawing/2014/main" id="{ED90F157-076D-2B5D-FBEF-405E29B46B64}"/>
                </a:ext>
              </a:extLst>
            </p:cNvPr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7">
              <a:extLst>
                <a:ext uri="{FF2B5EF4-FFF2-40B4-BE49-F238E27FC236}">
                  <a16:creationId xmlns:a16="http://schemas.microsoft.com/office/drawing/2014/main" id="{84A2505D-28FD-DB26-6072-BE23FAF52C8C}"/>
                </a:ext>
              </a:extLst>
            </p:cNvPr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7">
              <a:extLst>
                <a:ext uri="{FF2B5EF4-FFF2-40B4-BE49-F238E27FC236}">
                  <a16:creationId xmlns:a16="http://schemas.microsoft.com/office/drawing/2014/main" id="{D72DBED2-C2CB-6D3E-5262-09116C4D424F}"/>
                </a:ext>
              </a:extLst>
            </p:cNvPr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7">
              <a:extLst>
                <a:ext uri="{FF2B5EF4-FFF2-40B4-BE49-F238E27FC236}">
                  <a16:creationId xmlns:a16="http://schemas.microsoft.com/office/drawing/2014/main" id="{496E3AC7-5870-4D5D-7CCA-E1871B39B6B6}"/>
                </a:ext>
              </a:extLst>
            </p:cNvPr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7">
              <a:extLst>
                <a:ext uri="{FF2B5EF4-FFF2-40B4-BE49-F238E27FC236}">
                  <a16:creationId xmlns:a16="http://schemas.microsoft.com/office/drawing/2014/main" id="{999CCED1-7329-0C14-1F06-621144F9BEEE}"/>
                </a:ext>
              </a:extLst>
            </p:cNvPr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7">
              <a:extLst>
                <a:ext uri="{FF2B5EF4-FFF2-40B4-BE49-F238E27FC236}">
                  <a16:creationId xmlns:a16="http://schemas.microsoft.com/office/drawing/2014/main" id="{AE5A142A-C11D-5EF5-D0AF-EDCE4AF3A390}"/>
                </a:ext>
              </a:extLst>
            </p:cNvPr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7549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2">
          <a:extLst>
            <a:ext uri="{FF2B5EF4-FFF2-40B4-BE49-F238E27FC236}">
              <a16:creationId xmlns:a16="http://schemas.microsoft.com/office/drawing/2014/main" id="{964CED1E-08AB-7AC5-00BA-4C53D2814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46">
            <a:extLst>
              <a:ext uri="{FF2B5EF4-FFF2-40B4-BE49-F238E27FC236}">
                <a16:creationId xmlns:a16="http://schemas.microsoft.com/office/drawing/2014/main" id="{0EEE555D-41B6-38FC-371B-C51A5DF7EFBB}"/>
              </a:ext>
            </a:extLst>
          </p:cNvPr>
          <p:cNvSpPr/>
          <p:nvPr/>
        </p:nvSpPr>
        <p:spPr>
          <a:xfrm>
            <a:off x="-2230876" y="-2738376"/>
            <a:ext cx="6194060" cy="6194060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0" name="Google Shape;1200;p46">
            <a:extLst>
              <a:ext uri="{FF2B5EF4-FFF2-40B4-BE49-F238E27FC236}">
                <a16:creationId xmlns:a16="http://schemas.microsoft.com/office/drawing/2014/main" id="{78FDDDBF-3D87-6475-411A-7BA94C37C6CB}"/>
              </a:ext>
            </a:extLst>
          </p:cNvPr>
          <p:cNvGrpSpPr/>
          <p:nvPr/>
        </p:nvGrpSpPr>
        <p:grpSpPr>
          <a:xfrm>
            <a:off x="359772" y="176387"/>
            <a:ext cx="3768374" cy="4967106"/>
            <a:chOff x="359772" y="176387"/>
            <a:chExt cx="3768374" cy="4967106"/>
          </a:xfrm>
        </p:grpSpPr>
        <p:grpSp>
          <p:nvGrpSpPr>
            <p:cNvPr id="1201" name="Google Shape;1201;p46">
              <a:extLst>
                <a:ext uri="{FF2B5EF4-FFF2-40B4-BE49-F238E27FC236}">
                  <a16:creationId xmlns:a16="http://schemas.microsoft.com/office/drawing/2014/main" id="{57D35E81-2433-05AA-D89C-9AA721DDA1F4}"/>
                </a:ext>
              </a:extLst>
            </p:cNvPr>
            <p:cNvGrpSpPr/>
            <p:nvPr/>
          </p:nvGrpSpPr>
          <p:grpSpPr>
            <a:xfrm>
              <a:off x="359772" y="176387"/>
              <a:ext cx="3167671" cy="4967106"/>
              <a:chOff x="6499489" y="1217752"/>
              <a:chExt cx="1972889" cy="3093421"/>
            </a:xfrm>
          </p:grpSpPr>
          <p:sp>
            <p:nvSpPr>
              <p:cNvPr id="1202" name="Google Shape;1202;p46">
                <a:extLst>
                  <a:ext uri="{FF2B5EF4-FFF2-40B4-BE49-F238E27FC236}">
                    <a16:creationId xmlns:a16="http://schemas.microsoft.com/office/drawing/2014/main" id="{28798CF4-1771-07AF-D787-AD64CF687037}"/>
                  </a:ext>
                </a:extLst>
              </p:cNvPr>
              <p:cNvSpPr/>
              <p:nvPr/>
            </p:nvSpPr>
            <p:spPr>
              <a:xfrm>
                <a:off x="7160471" y="1217752"/>
                <a:ext cx="824010" cy="1108517"/>
              </a:xfrm>
              <a:custGeom>
                <a:avLst/>
                <a:gdLst/>
                <a:ahLst/>
                <a:cxnLst/>
                <a:rect l="l" t="t" r="r" b="b"/>
                <a:pathLst>
                  <a:path w="1098680" h="1478023" extrusionOk="0">
                    <a:moveTo>
                      <a:pt x="668785" y="31597"/>
                    </a:moveTo>
                    <a:cubicBezTo>
                      <a:pt x="824323" y="-501"/>
                      <a:pt x="883582" y="167376"/>
                      <a:pt x="883582" y="167376"/>
                    </a:cubicBezTo>
                    <a:cubicBezTo>
                      <a:pt x="883582" y="167376"/>
                      <a:pt x="967520" y="189602"/>
                      <a:pt x="982328" y="243910"/>
                    </a:cubicBezTo>
                    <a:cubicBezTo>
                      <a:pt x="997135" y="298219"/>
                      <a:pt x="979860" y="340188"/>
                      <a:pt x="979860" y="340188"/>
                    </a:cubicBezTo>
                    <a:cubicBezTo>
                      <a:pt x="979860" y="340188"/>
                      <a:pt x="1066266" y="387093"/>
                      <a:pt x="1071201" y="453756"/>
                    </a:cubicBezTo>
                    <a:cubicBezTo>
                      <a:pt x="1076152" y="520419"/>
                      <a:pt x="1071201" y="527823"/>
                      <a:pt x="1073669" y="562373"/>
                    </a:cubicBezTo>
                    <a:cubicBezTo>
                      <a:pt x="1076152" y="596939"/>
                      <a:pt x="1100832" y="604357"/>
                      <a:pt x="1100832" y="673473"/>
                    </a:cubicBezTo>
                    <a:cubicBezTo>
                      <a:pt x="1100832" y="742604"/>
                      <a:pt x="1034168" y="843832"/>
                      <a:pt x="1034168" y="843832"/>
                    </a:cubicBezTo>
                    <a:lnTo>
                      <a:pt x="945294" y="947514"/>
                    </a:lnTo>
                    <a:lnTo>
                      <a:pt x="871243" y="1033920"/>
                    </a:lnTo>
                    <a:cubicBezTo>
                      <a:pt x="871243" y="1033920"/>
                      <a:pt x="1011943" y="1063535"/>
                      <a:pt x="1016878" y="1135134"/>
                    </a:cubicBezTo>
                    <a:cubicBezTo>
                      <a:pt x="1021829" y="1206732"/>
                      <a:pt x="992199" y="1194378"/>
                      <a:pt x="992199" y="1194378"/>
                    </a:cubicBezTo>
                    <a:cubicBezTo>
                      <a:pt x="992199" y="1194378"/>
                      <a:pt x="1034168" y="1248702"/>
                      <a:pt x="1026765" y="1327689"/>
                    </a:cubicBezTo>
                    <a:cubicBezTo>
                      <a:pt x="1019361" y="1406692"/>
                      <a:pt x="903325" y="1478290"/>
                      <a:pt x="903325" y="1478290"/>
                    </a:cubicBezTo>
                    <a:lnTo>
                      <a:pt x="135541" y="1451144"/>
                    </a:lnTo>
                    <a:cubicBezTo>
                      <a:pt x="135541" y="1451144"/>
                      <a:pt x="4683" y="1364737"/>
                      <a:pt x="12087" y="1293139"/>
                    </a:cubicBezTo>
                    <a:cubicBezTo>
                      <a:pt x="19506" y="1221540"/>
                      <a:pt x="59007" y="1221540"/>
                      <a:pt x="59007" y="1221540"/>
                    </a:cubicBezTo>
                    <a:cubicBezTo>
                      <a:pt x="59007" y="1221540"/>
                      <a:pt x="34328" y="1179571"/>
                      <a:pt x="61475" y="1105504"/>
                    </a:cubicBezTo>
                    <a:cubicBezTo>
                      <a:pt x="88637" y="1031452"/>
                      <a:pt x="207140" y="1061067"/>
                      <a:pt x="207140" y="1061067"/>
                    </a:cubicBezTo>
                    <a:lnTo>
                      <a:pt x="204673" y="1024034"/>
                    </a:lnTo>
                    <a:lnTo>
                      <a:pt x="59007" y="841350"/>
                    </a:lnTo>
                    <a:cubicBezTo>
                      <a:pt x="9619" y="764830"/>
                      <a:pt x="68878" y="700635"/>
                      <a:pt x="68878" y="700635"/>
                    </a:cubicBezTo>
                    <a:cubicBezTo>
                      <a:pt x="68878" y="700635"/>
                      <a:pt x="-252" y="668537"/>
                      <a:pt x="2215" y="582131"/>
                    </a:cubicBezTo>
                    <a:cubicBezTo>
                      <a:pt x="4683" y="495725"/>
                      <a:pt x="54071" y="498193"/>
                      <a:pt x="54071" y="498193"/>
                    </a:cubicBezTo>
                    <a:cubicBezTo>
                      <a:pt x="32023" y="447140"/>
                      <a:pt x="22286" y="374783"/>
                      <a:pt x="66426" y="340931"/>
                    </a:cubicBezTo>
                    <a:cubicBezTo>
                      <a:pt x="83879" y="327566"/>
                      <a:pt x="105198" y="318378"/>
                      <a:pt x="118251" y="300687"/>
                    </a:cubicBezTo>
                    <a:cubicBezTo>
                      <a:pt x="126799" y="289106"/>
                      <a:pt x="130947" y="274952"/>
                      <a:pt x="135794" y="261409"/>
                    </a:cubicBezTo>
                    <a:cubicBezTo>
                      <a:pt x="153962" y="210668"/>
                      <a:pt x="184855" y="163912"/>
                      <a:pt x="227255" y="130640"/>
                    </a:cubicBezTo>
                    <a:cubicBezTo>
                      <a:pt x="269671" y="97383"/>
                      <a:pt x="323904" y="78308"/>
                      <a:pt x="377663" y="82010"/>
                    </a:cubicBezTo>
                    <a:cubicBezTo>
                      <a:pt x="380637" y="64334"/>
                      <a:pt x="393734" y="48367"/>
                      <a:pt x="406267" y="35536"/>
                    </a:cubicBezTo>
                    <a:cubicBezTo>
                      <a:pt x="471592" y="-31290"/>
                      <a:pt x="658260" y="14203"/>
                      <a:pt x="668785" y="31597"/>
                    </a:cubicBezTo>
                    <a:close/>
                  </a:path>
                </a:pathLst>
              </a:custGeom>
              <a:solidFill>
                <a:srgbClr val="351427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46">
                <a:extLst>
                  <a:ext uri="{FF2B5EF4-FFF2-40B4-BE49-F238E27FC236}">
                    <a16:creationId xmlns:a16="http://schemas.microsoft.com/office/drawing/2014/main" id="{DBD26E2B-937B-15D8-2151-C8A4132D92F3}"/>
                  </a:ext>
                </a:extLst>
              </p:cNvPr>
              <p:cNvSpPr/>
              <p:nvPr/>
            </p:nvSpPr>
            <p:spPr>
              <a:xfrm>
                <a:off x="7340605" y="2036477"/>
                <a:ext cx="412410" cy="799911"/>
              </a:xfrm>
              <a:custGeom>
                <a:avLst/>
                <a:gdLst/>
                <a:ahLst/>
                <a:cxnLst/>
                <a:rect l="l" t="t" r="r" b="b"/>
                <a:pathLst>
                  <a:path w="549880" h="1066548" extrusionOk="0">
                    <a:moveTo>
                      <a:pt x="552024" y="456"/>
                    </a:moveTo>
                    <a:lnTo>
                      <a:pt x="542450" y="294210"/>
                    </a:lnTo>
                    <a:lnTo>
                      <a:pt x="535358" y="511504"/>
                    </a:lnTo>
                    <a:lnTo>
                      <a:pt x="240965" y="1067004"/>
                    </a:lnTo>
                    <a:lnTo>
                      <a:pt x="2143" y="444856"/>
                    </a:lnTo>
                    <a:lnTo>
                      <a:pt x="44410" y="260358"/>
                    </a:lnTo>
                    <a:lnTo>
                      <a:pt x="63217" y="178218"/>
                    </a:lnTo>
                    <a:lnTo>
                      <a:pt x="68776" y="22696"/>
                    </a:lnTo>
                    <a:lnTo>
                      <a:pt x="552024" y="456"/>
                    </a:ln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46">
                <a:extLst>
                  <a:ext uri="{FF2B5EF4-FFF2-40B4-BE49-F238E27FC236}">
                    <a16:creationId xmlns:a16="http://schemas.microsoft.com/office/drawing/2014/main" id="{86AF99E5-4926-B7B1-C9C7-31A6A303D1EF}"/>
                  </a:ext>
                </a:extLst>
              </p:cNvPr>
              <p:cNvSpPr/>
              <p:nvPr/>
            </p:nvSpPr>
            <p:spPr>
              <a:xfrm>
                <a:off x="7372305" y="2036477"/>
                <a:ext cx="380710" cy="316690"/>
              </a:xfrm>
              <a:custGeom>
                <a:avLst/>
                <a:gdLst/>
                <a:ahLst/>
                <a:cxnLst/>
                <a:rect l="l" t="t" r="r" b="b"/>
                <a:pathLst>
                  <a:path w="507613" h="422253" extrusionOk="0">
                    <a:moveTo>
                      <a:pt x="509761" y="387"/>
                    </a:moveTo>
                    <a:lnTo>
                      <a:pt x="500187" y="294141"/>
                    </a:lnTo>
                    <a:cubicBezTo>
                      <a:pt x="415551" y="361666"/>
                      <a:pt x="317147" y="425192"/>
                      <a:pt x="248700" y="422561"/>
                    </a:cubicBezTo>
                    <a:cubicBezTo>
                      <a:pt x="166605" y="419424"/>
                      <a:pt x="70104" y="333672"/>
                      <a:pt x="2148" y="260289"/>
                    </a:cubicBezTo>
                    <a:lnTo>
                      <a:pt x="20955" y="178150"/>
                    </a:lnTo>
                    <a:lnTo>
                      <a:pt x="26514" y="22628"/>
                    </a:lnTo>
                    <a:lnTo>
                      <a:pt x="509761" y="387"/>
                    </a:ln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46">
                <a:extLst>
                  <a:ext uri="{FF2B5EF4-FFF2-40B4-BE49-F238E27FC236}">
                    <a16:creationId xmlns:a16="http://schemas.microsoft.com/office/drawing/2014/main" id="{F554729C-3918-910A-3A6A-240C803462C2}"/>
                  </a:ext>
                </a:extLst>
              </p:cNvPr>
              <p:cNvSpPr/>
              <p:nvPr/>
            </p:nvSpPr>
            <p:spPr>
              <a:xfrm>
                <a:off x="7278098" y="2157311"/>
                <a:ext cx="554095" cy="845716"/>
              </a:xfrm>
              <a:custGeom>
                <a:avLst/>
                <a:gdLst/>
                <a:ahLst/>
                <a:cxnLst/>
                <a:rect l="l" t="t" r="r" b="b"/>
                <a:pathLst>
                  <a:path w="738793" h="1127621" extrusionOk="0">
                    <a:moveTo>
                      <a:pt x="2146" y="167154"/>
                    </a:moveTo>
                    <a:lnTo>
                      <a:pt x="146562" y="17162"/>
                    </a:lnTo>
                    <a:lnTo>
                      <a:pt x="129911" y="233802"/>
                    </a:lnTo>
                    <a:cubicBezTo>
                      <a:pt x="129911" y="233802"/>
                      <a:pt x="302099" y="539316"/>
                      <a:pt x="352097" y="717064"/>
                    </a:cubicBezTo>
                    <a:lnTo>
                      <a:pt x="613173" y="239347"/>
                    </a:lnTo>
                    <a:lnTo>
                      <a:pt x="624279" y="496"/>
                    </a:lnTo>
                    <a:lnTo>
                      <a:pt x="740939" y="156033"/>
                    </a:lnTo>
                    <a:cubicBezTo>
                      <a:pt x="740939" y="156033"/>
                      <a:pt x="657610" y="700398"/>
                      <a:pt x="390988" y="1128118"/>
                    </a:cubicBezTo>
                    <a:cubicBezTo>
                      <a:pt x="390988" y="1128118"/>
                      <a:pt x="41037" y="483758"/>
                      <a:pt x="2146" y="16715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46">
                <a:extLst>
                  <a:ext uri="{FF2B5EF4-FFF2-40B4-BE49-F238E27FC236}">
                    <a16:creationId xmlns:a16="http://schemas.microsoft.com/office/drawing/2014/main" id="{6FD5FF0A-330A-9069-A6E1-C7BEADCFEDE4}"/>
                  </a:ext>
                </a:extLst>
              </p:cNvPr>
              <p:cNvSpPr/>
              <p:nvPr/>
            </p:nvSpPr>
            <p:spPr>
              <a:xfrm>
                <a:off x="7253099" y="1417153"/>
                <a:ext cx="624054" cy="853586"/>
              </a:xfrm>
              <a:custGeom>
                <a:avLst/>
                <a:gdLst/>
                <a:ahLst/>
                <a:cxnLst/>
                <a:rect l="l" t="t" r="r" b="b"/>
                <a:pathLst>
                  <a:path w="832072" h="1138115" extrusionOk="0">
                    <a:moveTo>
                      <a:pt x="2149" y="373059"/>
                    </a:moveTo>
                    <a:cubicBezTo>
                      <a:pt x="2149" y="373059"/>
                      <a:pt x="39181" y="740909"/>
                      <a:pt x="81166" y="856945"/>
                    </a:cubicBezTo>
                    <a:cubicBezTo>
                      <a:pt x="108774" y="933301"/>
                      <a:pt x="291041" y="1135104"/>
                      <a:pt x="421854" y="1138375"/>
                    </a:cubicBezTo>
                    <a:cubicBezTo>
                      <a:pt x="520600" y="1140843"/>
                      <a:pt x="725495" y="977902"/>
                      <a:pt x="757608" y="884092"/>
                    </a:cubicBezTo>
                    <a:cubicBezTo>
                      <a:pt x="789705" y="790282"/>
                      <a:pt x="836595" y="481691"/>
                      <a:pt x="834127" y="461933"/>
                    </a:cubicBezTo>
                    <a:cubicBezTo>
                      <a:pt x="831659" y="442190"/>
                      <a:pt x="777351" y="373059"/>
                      <a:pt x="779818" y="345912"/>
                    </a:cubicBezTo>
                    <a:cubicBezTo>
                      <a:pt x="782301" y="318750"/>
                      <a:pt x="802044" y="301475"/>
                      <a:pt x="767479" y="247166"/>
                    </a:cubicBezTo>
                    <a:cubicBezTo>
                      <a:pt x="732898" y="192843"/>
                      <a:pt x="624296" y="185439"/>
                      <a:pt x="589731" y="123712"/>
                    </a:cubicBezTo>
                    <a:cubicBezTo>
                      <a:pt x="555150" y="62000"/>
                      <a:pt x="562555" y="287"/>
                      <a:pt x="562555" y="287"/>
                    </a:cubicBezTo>
                    <a:cubicBezTo>
                      <a:pt x="562555" y="287"/>
                      <a:pt x="525535" y="74339"/>
                      <a:pt x="478631" y="91629"/>
                    </a:cubicBezTo>
                    <a:cubicBezTo>
                      <a:pt x="431726" y="108905"/>
                      <a:pt x="392210" y="86693"/>
                      <a:pt x="365063" y="118776"/>
                    </a:cubicBezTo>
                    <a:cubicBezTo>
                      <a:pt x="337901" y="150874"/>
                      <a:pt x="365063" y="192843"/>
                      <a:pt x="305818" y="222472"/>
                    </a:cubicBezTo>
                    <a:cubicBezTo>
                      <a:pt x="246574" y="252102"/>
                      <a:pt x="214462" y="210118"/>
                      <a:pt x="177428" y="239763"/>
                    </a:cubicBezTo>
                    <a:cubicBezTo>
                      <a:pt x="140410" y="269377"/>
                      <a:pt x="110781" y="390349"/>
                      <a:pt x="2149" y="373059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46">
                <a:extLst>
                  <a:ext uri="{FF2B5EF4-FFF2-40B4-BE49-F238E27FC236}">
                    <a16:creationId xmlns:a16="http://schemas.microsoft.com/office/drawing/2014/main" id="{AC826885-7956-4BD7-E88A-AE901A434953}"/>
                  </a:ext>
                </a:extLst>
              </p:cNvPr>
              <p:cNvSpPr/>
              <p:nvPr/>
            </p:nvSpPr>
            <p:spPr>
              <a:xfrm>
                <a:off x="7186466" y="1798499"/>
                <a:ext cx="120276" cy="200201"/>
              </a:xfrm>
              <a:custGeom>
                <a:avLst/>
                <a:gdLst/>
                <a:ahLst/>
                <a:cxnLst/>
                <a:rect l="l" t="t" r="r" b="b"/>
                <a:pathLst>
                  <a:path w="160368" h="266934" extrusionOk="0">
                    <a:moveTo>
                      <a:pt x="125780" y="44220"/>
                    </a:moveTo>
                    <a:lnTo>
                      <a:pt x="162427" y="267238"/>
                    </a:lnTo>
                    <a:cubicBezTo>
                      <a:pt x="162427" y="267238"/>
                      <a:pt x="48324" y="214014"/>
                      <a:pt x="11930" y="134373"/>
                    </a:cubicBezTo>
                    <a:cubicBezTo>
                      <a:pt x="-24480" y="54731"/>
                      <a:pt x="45751" y="-65215"/>
                      <a:pt x="125780" y="44220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46">
                <a:extLst>
                  <a:ext uri="{FF2B5EF4-FFF2-40B4-BE49-F238E27FC236}">
                    <a16:creationId xmlns:a16="http://schemas.microsoft.com/office/drawing/2014/main" id="{8923376C-ADB9-3E62-8A74-FCC253D94183}"/>
                  </a:ext>
                </a:extLst>
              </p:cNvPr>
              <p:cNvSpPr/>
              <p:nvPr/>
            </p:nvSpPr>
            <p:spPr>
              <a:xfrm>
                <a:off x="7832672" y="1798499"/>
                <a:ext cx="120276" cy="200201"/>
              </a:xfrm>
              <a:custGeom>
                <a:avLst/>
                <a:gdLst/>
                <a:ahLst/>
                <a:cxnLst/>
                <a:rect l="l" t="t" r="r" b="b"/>
                <a:pathLst>
                  <a:path w="160368" h="266934" extrusionOk="0">
                    <a:moveTo>
                      <a:pt x="38888" y="44220"/>
                    </a:moveTo>
                    <a:lnTo>
                      <a:pt x="2242" y="267238"/>
                    </a:lnTo>
                    <a:cubicBezTo>
                      <a:pt x="2242" y="267238"/>
                      <a:pt x="116329" y="214014"/>
                      <a:pt x="152739" y="134373"/>
                    </a:cubicBezTo>
                    <a:cubicBezTo>
                      <a:pt x="189147" y="54731"/>
                      <a:pt x="118916" y="-65215"/>
                      <a:pt x="38888" y="44220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46">
                <a:extLst>
                  <a:ext uri="{FF2B5EF4-FFF2-40B4-BE49-F238E27FC236}">
                    <a16:creationId xmlns:a16="http://schemas.microsoft.com/office/drawing/2014/main" id="{B7019041-962B-6FCE-8D8E-3A97BABE9D22}"/>
                  </a:ext>
                </a:extLst>
              </p:cNvPr>
              <p:cNvSpPr/>
              <p:nvPr/>
            </p:nvSpPr>
            <p:spPr>
              <a:xfrm>
                <a:off x="7218796" y="1839452"/>
                <a:ext cx="67939" cy="102989"/>
              </a:xfrm>
              <a:custGeom>
                <a:avLst/>
                <a:gdLst/>
                <a:ahLst/>
                <a:cxnLst/>
                <a:rect l="l" t="t" r="r" b="b"/>
                <a:pathLst>
                  <a:path w="90585" h="137319" extrusionOk="0">
                    <a:moveTo>
                      <a:pt x="92577" y="133466"/>
                    </a:moveTo>
                    <a:cubicBezTo>
                      <a:pt x="87239" y="107597"/>
                      <a:pt x="73636" y="84345"/>
                      <a:pt x="59573" y="62238"/>
                    </a:cubicBezTo>
                    <a:cubicBezTo>
                      <a:pt x="45493" y="40072"/>
                      <a:pt x="29274" y="18158"/>
                      <a:pt x="8981" y="1269"/>
                    </a:cubicBezTo>
                    <a:cubicBezTo>
                      <a:pt x="5219" y="-1853"/>
                      <a:pt x="45" y="3232"/>
                      <a:pt x="2870" y="7157"/>
                    </a:cubicBezTo>
                    <a:cubicBezTo>
                      <a:pt x="17737" y="27896"/>
                      <a:pt x="33912" y="47580"/>
                      <a:pt x="47664" y="69137"/>
                    </a:cubicBezTo>
                    <a:cubicBezTo>
                      <a:pt x="45241" y="67501"/>
                      <a:pt x="42832" y="65851"/>
                      <a:pt x="40409" y="64216"/>
                    </a:cubicBezTo>
                    <a:cubicBezTo>
                      <a:pt x="31117" y="57957"/>
                      <a:pt x="21781" y="51713"/>
                      <a:pt x="11449" y="47327"/>
                    </a:cubicBezTo>
                    <a:cubicBezTo>
                      <a:pt x="7315" y="45573"/>
                      <a:pt x="4625" y="50791"/>
                      <a:pt x="7569" y="53690"/>
                    </a:cubicBezTo>
                    <a:cubicBezTo>
                      <a:pt x="15507" y="61555"/>
                      <a:pt x="24754" y="67724"/>
                      <a:pt x="34017" y="73909"/>
                    </a:cubicBezTo>
                    <a:cubicBezTo>
                      <a:pt x="38521" y="76897"/>
                      <a:pt x="42981" y="79930"/>
                      <a:pt x="47531" y="82814"/>
                    </a:cubicBezTo>
                    <a:cubicBezTo>
                      <a:pt x="50043" y="84420"/>
                      <a:pt x="52540" y="86085"/>
                      <a:pt x="55113" y="87601"/>
                    </a:cubicBezTo>
                    <a:cubicBezTo>
                      <a:pt x="56703" y="88523"/>
                      <a:pt x="58294" y="89311"/>
                      <a:pt x="59899" y="90069"/>
                    </a:cubicBezTo>
                    <a:cubicBezTo>
                      <a:pt x="68329" y="105516"/>
                      <a:pt x="76149" y="121290"/>
                      <a:pt x="85664" y="136112"/>
                    </a:cubicBezTo>
                    <a:cubicBezTo>
                      <a:pt x="87641" y="139189"/>
                      <a:pt x="93335" y="137182"/>
                      <a:pt x="92577" y="133466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46">
                <a:extLst>
                  <a:ext uri="{FF2B5EF4-FFF2-40B4-BE49-F238E27FC236}">
                    <a16:creationId xmlns:a16="http://schemas.microsoft.com/office/drawing/2014/main" id="{2E5CB7AD-CF13-0D86-32BA-4521C285EBB3}"/>
                  </a:ext>
                </a:extLst>
              </p:cNvPr>
              <p:cNvSpPr/>
              <p:nvPr/>
            </p:nvSpPr>
            <p:spPr>
              <a:xfrm>
                <a:off x="7850614" y="1839452"/>
                <a:ext cx="67930" cy="102989"/>
              </a:xfrm>
              <a:custGeom>
                <a:avLst/>
                <a:gdLst/>
                <a:ahLst/>
                <a:cxnLst/>
                <a:rect l="l" t="t" r="r" b="b"/>
                <a:pathLst>
                  <a:path w="90573" h="137319" extrusionOk="0">
                    <a:moveTo>
                      <a:pt x="2311" y="133466"/>
                    </a:moveTo>
                    <a:cubicBezTo>
                      <a:pt x="7618" y="107597"/>
                      <a:pt x="21237" y="84345"/>
                      <a:pt x="35301" y="62238"/>
                    </a:cubicBezTo>
                    <a:cubicBezTo>
                      <a:pt x="49395" y="40072"/>
                      <a:pt x="65599" y="18158"/>
                      <a:pt x="85892" y="1269"/>
                    </a:cubicBezTo>
                    <a:cubicBezTo>
                      <a:pt x="89654" y="-1853"/>
                      <a:pt x="94828" y="3232"/>
                      <a:pt x="92003" y="7157"/>
                    </a:cubicBezTo>
                    <a:cubicBezTo>
                      <a:pt x="77136" y="27896"/>
                      <a:pt x="60961" y="47580"/>
                      <a:pt x="47209" y="69137"/>
                    </a:cubicBezTo>
                    <a:cubicBezTo>
                      <a:pt x="49633" y="67501"/>
                      <a:pt x="52041" y="65851"/>
                      <a:pt x="54464" y="64216"/>
                    </a:cubicBezTo>
                    <a:cubicBezTo>
                      <a:pt x="63756" y="57957"/>
                      <a:pt x="73093" y="51713"/>
                      <a:pt x="83425" y="47327"/>
                    </a:cubicBezTo>
                    <a:cubicBezTo>
                      <a:pt x="87558" y="45573"/>
                      <a:pt x="90249" y="50791"/>
                      <a:pt x="87305" y="53690"/>
                    </a:cubicBezTo>
                    <a:cubicBezTo>
                      <a:pt x="79366" y="61555"/>
                      <a:pt x="70119" y="67724"/>
                      <a:pt x="60842" y="73909"/>
                    </a:cubicBezTo>
                    <a:cubicBezTo>
                      <a:pt x="56367" y="76897"/>
                      <a:pt x="51907" y="79930"/>
                      <a:pt x="47358" y="82814"/>
                    </a:cubicBezTo>
                    <a:cubicBezTo>
                      <a:pt x="44831" y="84420"/>
                      <a:pt x="42333" y="86085"/>
                      <a:pt x="39746" y="87601"/>
                    </a:cubicBezTo>
                    <a:cubicBezTo>
                      <a:pt x="38170" y="88523"/>
                      <a:pt x="36594" y="89311"/>
                      <a:pt x="34974" y="90069"/>
                    </a:cubicBezTo>
                    <a:cubicBezTo>
                      <a:pt x="26544" y="105516"/>
                      <a:pt x="18709" y="121290"/>
                      <a:pt x="9210" y="136112"/>
                    </a:cubicBezTo>
                    <a:cubicBezTo>
                      <a:pt x="7233" y="139189"/>
                      <a:pt x="1538" y="137182"/>
                      <a:pt x="2311" y="133466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1" name="Google Shape;1211;p46">
                <a:extLst>
                  <a:ext uri="{FF2B5EF4-FFF2-40B4-BE49-F238E27FC236}">
                    <a16:creationId xmlns:a16="http://schemas.microsoft.com/office/drawing/2014/main" id="{807B98A4-9546-A946-5281-840F727A0CBB}"/>
                  </a:ext>
                </a:extLst>
              </p:cNvPr>
              <p:cNvSpPr/>
              <p:nvPr/>
            </p:nvSpPr>
            <p:spPr>
              <a:xfrm>
                <a:off x="7243901" y="2528776"/>
                <a:ext cx="578860" cy="620039"/>
              </a:xfrm>
              <a:custGeom>
                <a:avLst/>
                <a:gdLst/>
                <a:ahLst/>
                <a:cxnLst/>
                <a:rect l="l" t="t" r="r" b="b"/>
                <a:pathLst>
                  <a:path w="771814" h="826719" extrusionOk="0">
                    <a:moveTo>
                      <a:pt x="772271" y="192875"/>
                    </a:moveTo>
                    <a:cubicBezTo>
                      <a:pt x="754104" y="176700"/>
                      <a:pt x="736264" y="160228"/>
                      <a:pt x="717695" y="144514"/>
                    </a:cubicBezTo>
                    <a:cubicBezTo>
                      <a:pt x="699765" y="129364"/>
                      <a:pt x="681836" y="114185"/>
                      <a:pt x="663921" y="99036"/>
                    </a:cubicBezTo>
                    <a:cubicBezTo>
                      <a:pt x="627438" y="68187"/>
                      <a:pt x="590970" y="37339"/>
                      <a:pt x="554516" y="6475"/>
                    </a:cubicBezTo>
                    <a:cubicBezTo>
                      <a:pt x="551914" y="4275"/>
                      <a:pt x="547276" y="4646"/>
                      <a:pt x="545254" y="7501"/>
                    </a:cubicBezTo>
                    <a:cubicBezTo>
                      <a:pt x="496536" y="76557"/>
                      <a:pt x="447862" y="145644"/>
                      <a:pt x="399187" y="214745"/>
                    </a:cubicBezTo>
                    <a:cubicBezTo>
                      <a:pt x="339526" y="149360"/>
                      <a:pt x="286110" y="78341"/>
                      <a:pt x="239591" y="3056"/>
                    </a:cubicBezTo>
                    <a:cubicBezTo>
                      <a:pt x="237882" y="290"/>
                      <a:pt x="233422" y="-200"/>
                      <a:pt x="230984" y="1747"/>
                    </a:cubicBezTo>
                    <a:cubicBezTo>
                      <a:pt x="194455" y="31020"/>
                      <a:pt x="157185" y="59341"/>
                      <a:pt x="119140" y="86607"/>
                    </a:cubicBezTo>
                    <a:cubicBezTo>
                      <a:pt x="81111" y="113858"/>
                      <a:pt x="41848" y="139251"/>
                      <a:pt x="3610" y="166160"/>
                    </a:cubicBezTo>
                    <a:cubicBezTo>
                      <a:pt x="-92" y="168761"/>
                      <a:pt x="3922" y="173757"/>
                      <a:pt x="7653" y="171661"/>
                    </a:cubicBezTo>
                    <a:cubicBezTo>
                      <a:pt x="48448" y="148840"/>
                      <a:pt x="87325" y="122139"/>
                      <a:pt x="125607" y="95349"/>
                    </a:cubicBezTo>
                    <a:cubicBezTo>
                      <a:pt x="162120" y="69778"/>
                      <a:pt x="197920" y="43211"/>
                      <a:pt x="233020" y="15737"/>
                    </a:cubicBezTo>
                    <a:cubicBezTo>
                      <a:pt x="279688" y="92034"/>
                      <a:pt x="333832" y="163439"/>
                      <a:pt x="394534" y="229151"/>
                    </a:cubicBezTo>
                    <a:cubicBezTo>
                      <a:pt x="395753" y="230444"/>
                      <a:pt x="397447" y="231366"/>
                      <a:pt x="399187" y="231663"/>
                    </a:cubicBezTo>
                    <a:cubicBezTo>
                      <a:pt x="397760" y="266764"/>
                      <a:pt x="400451" y="302370"/>
                      <a:pt x="401596" y="337352"/>
                    </a:cubicBezTo>
                    <a:cubicBezTo>
                      <a:pt x="402875" y="376303"/>
                      <a:pt x="404331" y="415254"/>
                      <a:pt x="405728" y="454190"/>
                    </a:cubicBezTo>
                    <a:cubicBezTo>
                      <a:pt x="408568" y="532895"/>
                      <a:pt x="411110" y="611615"/>
                      <a:pt x="414366" y="690291"/>
                    </a:cubicBezTo>
                    <a:cubicBezTo>
                      <a:pt x="416224" y="734847"/>
                      <a:pt x="418068" y="779477"/>
                      <a:pt x="421666" y="823914"/>
                    </a:cubicBezTo>
                    <a:cubicBezTo>
                      <a:pt x="422067" y="828969"/>
                      <a:pt x="429293" y="828032"/>
                      <a:pt x="429337" y="823186"/>
                    </a:cubicBezTo>
                    <a:cubicBezTo>
                      <a:pt x="429917" y="744406"/>
                      <a:pt x="426007" y="665552"/>
                      <a:pt x="423123" y="586847"/>
                    </a:cubicBezTo>
                    <a:cubicBezTo>
                      <a:pt x="420298" y="508960"/>
                      <a:pt x="417637" y="431072"/>
                      <a:pt x="414500" y="353185"/>
                    </a:cubicBezTo>
                    <a:cubicBezTo>
                      <a:pt x="413638" y="331301"/>
                      <a:pt x="412821" y="309387"/>
                      <a:pt x="411869" y="287488"/>
                    </a:cubicBezTo>
                    <a:cubicBezTo>
                      <a:pt x="410977" y="266898"/>
                      <a:pt x="410322" y="245935"/>
                      <a:pt x="407751" y="225419"/>
                    </a:cubicBezTo>
                    <a:cubicBezTo>
                      <a:pt x="455726" y="157373"/>
                      <a:pt x="503701" y="89343"/>
                      <a:pt x="551632" y="21282"/>
                    </a:cubicBezTo>
                    <a:cubicBezTo>
                      <a:pt x="586346" y="50585"/>
                      <a:pt x="621045" y="79887"/>
                      <a:pt x="655759" y="109220"/>
                    </a:cubicBezTo>
                    <a:cubicBezTo>
                      <a:pt x="673689" y="124384"/>
                      <a:pt x="691619" y="139518"/>
                      <a:pt x="709548" y="154682"/>
                    </a:cubicBezTo>
                    <a:cubicBezTo>
                      <a:pt x="728102" y="170352"/>
                      <a:pt x="747309" y="185189"/>
                      <a:pt x="766250" y="200398"/>
                    </a:cubicBezTo>
                    <a:cubicBezTo>
                      <a:pt x="771111" y="204293"/>
                      <a:pt x="776865" y="196979"/>
                      <a:pt x="772271" y="1928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2" name="Google Shape;1212;p46">
                <a:extLst>
                  <a:ext uri="{FF2B5EF4-FFF2-40B4-BE49-F238E27FC236}">
                    <a16:creationId xmlns:a16="http://schemas.microsoft.com/office/drawing/2014/main" id="{214FB356-BA34-3998-D41D-1B254E6E60E3}"/>
                  </a:ext>
                </a:extLst>
              </p:cNvPr>
              <p:cNvSpPr/>
              <p:nvPr/>
            </p:nvSpPr>
            <p:spPr>
              <a:xfrm>
                <a:off x="6499489" y="2273953"/>
                <a:ext cx="1950949" cy="2037220"/>
              </a:xfrm>
              <a:custGeom>
                <a:avLst/>
                <a:gdLst/>
                <a:ahLst/>
                <a:cxnLst/>
                <a:rect l="l" t="t" r="r" b="b"/>
                <a:pathLst>
                  <a:path w="2601265" h="2716293" extrusionOk="0">
                    <a:moveTo>
                      <a:pt x="2603265" y="1587557"/>
                    </a:moveTo>
                    <a:cubicBezTo>
                      <a:pt x="2603072" y="1622450"/>
                      <a:pt x="2602537" y="1656554"/>
                      <a:pt x="2601764" y="1689633"/>
                    </a:cubicBezTo>
                    <a:cubicBezTo>
                      <a:pt x="2596322" y="1910584"/>
                      <a:pt x="2578066" y="2085463"/>
                      <a:pt x="2551187" y="2139311"/>
                    </a:cubicBezTo>
                    <a:cubicBezTo>
                      <a:pt x="2467828" y="2305924"/>
                      <a:pt x="2190100" y="2372616"/>
                      <a:pt x="2190100" y="2372616"/>
                    </a:cubicBezTo>
                    <a:lnTo>
                      <a:pt x="2262323" y="2716992"/>
                    </a:lnTo>
                    <a:lnTo>
                      <a:pt x="345926" y="2716992"/>
                    </a:lnTo>
                    <a:cubicBezTo>
                      <a:pt x="351219" y="2648887"/>
                      <a:pt x="465099" y="2274406"/>
                      <a:pt x="478004" y="2232095"/>
                    </a:cubicBezTo>
                    <a:cubicBezTo>
                      <a:pt x="478836" y="2229553"/>
                      <a:pt x="479222" y="2228185"/>
                      <a:pt x="479222" y="2228185"/>
                    </a:cubicBezTo>
                    <a:cubicBezTo>
                      <a:pt x="476681" y="2227843"/>
                      <a:pt x="474183" y="2227501"/>
                      <a:pt x="471700" y="2227114"/>
                    </a:cubicBezTo>
                    <a:cubicBezTo>
                      <a:pt x="-81258" y="2146194"/>
                      <a:pt x="-20378" y="1682408"/>
                      <a:pt x="40398" y="1367200"/>
                    </a:cubicBezTo>
                    <a:cubicBezTo>
                      <a:pt x="101530" y="1050581"/>
                      <a:pt x="251492" y="439568"/>
                      <a:pt x="334836" y="317303"/>
                    </a:cubicBezTo>
                    <a:cubicBezTo>
                      <a:pt x="377979" y="254045"/>
                      <a:pt x="565570" y="174403"/>
                      <a:pt x="736479" y="112289"/>
                    </a:cubicBezTo>
                    <a:cubicBezTo>
                      <a:pt x="751479" y="106818"/>
                      <a:pt x="766376" y="101496"/>
                      <a:pt x="781049" y="96367"/>
                    </a:cubicBezTo>
                    <a:cubicBezTo>
                      <a:pt x="867574" y="65830"/>
                      <a:pt x="945849" y="40854"/>
                      <a:pt x="993140" y="26151"/>
                    </a:cubicBezTo>
                    <a:cubicBezTo>
                      <a:pt x="1022710" y="17008"/>
                      <a:pt x="1040238" y="11834"/>
                      <a:pt x="1040238" y="11834"/>
                    </a:cubicBezTo>
                    <a:cubicBezTo>
                      <a:pt x="1040387" y="12325"/>
                      <a:pt x="1040550" y="12800"/>
                      <a:pt x="1040639" y="13306"/>
                    </a:cubicBezTo>
                    <a:lnTo>
                      <a:pt x="1040699" y="13306"/>
                    </a:lnTo>
                    <a:cubicBezTo>
                      <a:pt x="1041279" y="15446"/>
                      <a:pt x="1041859" y="17602"/>
                      <a:pt x="1042498" y="19802"/>
                    </a:cubicBezTo>
                    <a:cubicBezTo>
                      <a:pt x="1044787" y="27905"/>
                      <a:pt x="1047241" y="36171"/>
                      <a:pt x="1049723" y="44467"/>
                    </a:cubicBezTo>
                    <a:cubicBezTo>
                      <a:pt x="1080810" y="147509"/>
                      <a:pt x="1126436" y="265418"/>
                      <a:pt x="1174902" y="379610"/>
                    </a:cubicBezTo>
                    <a:cubicBezTo>
                      <a:pt x="1176523" y="383327"/>
                      <a:pt x="1178083" y="386984"/>
                      <a:pt x="1179645" y="390656"/>
                    </a:cubicBezTo>
                    <a:cubicBezTo>
                      <a:pt x="1269262" y="600517"/>
                      <a:pt x="1367368" y="795808"/>
                      <a:pt x="1400655" y="860999"/>
                    </a:cubicBezTo>
                    <a:cubicBezTo>
                      <a:pt x="1408223" y="875792"/>
                      <a:pt x="1412430" y="883909"/>
                      <a:pt x="1412430" y="883909"/>
                    </a:cubicBezTo>
                    <a:cubicBezTo>
                      <a:pt x="1412965" y="883165"/>
                      <a:pt x="1413500" y="882452"/>
                      <a:pt x="1414036" y="881664"/>
                    </a:cubicBezTo>
                    <a:cubicBezTo>
                      <a:pt x="1486110" y="782175"/>
                      <a:pt x="1564146" y="603698"/>
                      <a:pt x="1629515" y="433265"/>
                    </a:cubicBezTo>
                    <a:cubicBezTo>
                      <a:pt x="1631166" y="428968"/>
                      <a:pt x="1632845" y="424672"/>
                      <a:pt x="1634496" y="420375"/>
                    </a:cubicBezTo>
                    <a:cubicBezTo>
                      <a:pt x="1687913" y="280077"/>
                      <a:pt x="1732320" y="146840"/>
                      <a:pt x="1757296" y="69488"/>
                    </a:cubicBezTo>
                    <a:cubicBezTo>
                      <a:pt x="1771152" y="26433"/>
                      <a:pt x="1779031" y="699"/>
                      <a:pt x="1779031" y="699"/>
                    </a:cubicBezTo>
                    <a:cubicBezTo>
                      <a:pt x="1779031" y="699"/>
                      <a:pt x="1782214" y="1576"/>
                      <a:pt x="1788115" y="3330"/>
                    </a:cubicBezTo>
                    <a:cubicBezTo>
                      <a:pt x="1791044" y="4162"/>
                      <a:pt x="1794657" y="5292"/>
                      <a:pt x="1798923" y="6601"/>
                    </a:cubicBezTo>
                    <a:cubicBezTo>
                      <a:pt x="1810446" y="10124"/>
                      <a:pt x="1826621" y="15298"/>
                      <a:pt x="1846409" y="22092"/>
                    </a:cubicBezTo>
                    <a:cubicBezTo>
                      <a:pt x="1892540" y="37866"/>
                      <a:pt x="1958444" y="62604"/>
                      <a:pt x="2031352" y="96501"/>
                    </a:cubicBezTo>
                    <a:cubicBezTo>
                      <a:pt x="2042100" y="101540"/>
                      <a:pt x="2053043" y="106714"/>
                      <a:pt x="2064089" y="112140"/>
                    </a:cubicBezTo>
                    <a:cubicBezTo>
                      <a:pt x="2192256" y="175027"/>
                      <a:pt x="2335424" y="265076"/>
                      <a:pt x="2428981" y="384011"/>
                    </a:cubicBezTo>
                    <a:cubicBezTo>
                      <a:pt x="2544288" y="530494"/>
                      <a:pt x="2594924" y="1012656"/>
                      <a:pt x="2602402" y="1437209"/>
                    </a:cubicBezTo>
                    <a:cubicBezTo>
                      <a:pt x="2602730" y="1455004"/>
                      <a:pt x="2602982" y="1472651"/>
                      <a:pt x="2603116" y="1490179"/>
                    </a:cubicBezTo>
                    <a:cubicBezTo>
                      <a:pt x="2603414" y="1523154"/>
                      <a:pt x="2603473" y="1555653"/>
                      <a:pt x="2603265" y="158755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46">
                <a:extLst>
                  <a:ext uri="{FF2B5EF4-FFF2-40B4-BE49-F238E27FC236}">
                    <a16:creationId xmlns:a16="http://schemas.microsoft.com/office/drawing/2014/main" id="{00750166-9153-EB65-F75D-D39503CCA64C}"/>
                  </a:ext>
                </a:extLst>
              </p:cNvPr>
              <p:cNvSpPr/>
              <p:nvPr/>
            </p:nvSpPr>
            <p:spPr>
              <a:xfrm>
                <a:off x="6772484" y="3227777"/>
                <a:ext cx="361186" cy="300176"/>
              </a:xfrm>
              <a:custGeom>
                <a:avLst/>
                <a:gdLst/>
                <a:ahLst/>
                <a:cxnLst/>
                <a:rect l="l" t="t" r="r" b="b"/>
                <a:pathLst>
                  <a:path w="481581" h="400235" extrusionOk="0">
                    <a:moveTo>
                      <a:pt x="105849" y="297262"/>
                    </a:moveTo>
                    <a:cubicBezTo>
                      <a:pt x="105849" y="297262"/>
                      <a:pt x="5854" y="178773"/>
                      <a:pt x="2152" y="138023"/>
                    </a:cubicBezTo>
                    <a:cubicBezTo>
                      <a:pt x="-1550" y="97303"/>
                      <a:pt x="54008" y="138023"/>
                      <a:pt x="54008" y="138023"/>
                    </a:cubicBezTo>
                    <a:cubicBezTo>
                      <a:pt x="54008" y="138023"/>
                      <a:pt x="28080" y="78778"/>
                      <a:pt x="39185" y="49164"/>
                    </a:cubicBezTo>
                    <a:cubicBezTo>
                      <a:pt x="50306" y="19534"/>
                      <a:pt x="135463" y="112110"/>
                      <a:pt x="135463" y="112110"/>
                    </a:cubicBezTo>
                    <a:cubicBezTo>
                      <a:pt x="135463" y="112110"/>
                      <a:pt x="57709" y="38058"/>
                      <a:pt x="72517" y="12130"/>
                    </a:cubicBezTo>
                    <a:cubicBezTo>
                      <a:pt x="87324" y="-13797"/>
                      <a:pt x="153973" y="30640"/>
                      <a:pt x="153973" y="30640"/>
                    </a:cubicBezTo>
                    <a:cubicBezTo>
                      <a:pt x="153973" y="30640"/>
                      <a:pt x="120656" y="-2692"/>
                      <a:pt x="176198" y="1010"/>
                    </a:cubicBezTo>
                    <a:cubicBezTo>
                      <a:pt x="231756" y="4712"/>
                      <a:pt x="339139" y="138023"/>
                      <a:pt x="379889" y="197282"/>
                    </a:cubicBezTo>
                    <a:cubicBezTo>
                      <a:pt x="420610" y="256541"/>
                      <a:pt x="483556" y="400958"/>
                      <a:pt x="483556" y="400958"/>
                    </a:cubicBezTo>
                    <a:cubicBezTo>
                      <a:pt x="483556" y="400958"/>
                      <a:pt x="161391" y="360223"/>
                      <a:pt x="105849" y="297262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46">
                <a:extLst>
                  <a:ext uri="{FF2B5EF4-FFF2-40B4-BE49-F238E27FC236}">
                    <a16:creationId xmlns:a16="http://schemas.microsoft.com/office/drawing/2014/main" id="{2E73D140-1E09-466F-0128-7DC6F285C4D1}"/>
                  </a:ext>
                </a:extLst>
              </p:cNvPr>
              <p:cNvSpPr/>
              <p:nvPr/>
            </p:nvSpPr>
            <p:spPr>
              <a:xfrm>
                <a:off x="6810206" y="3329908"/>
                <a:ext cx="97895" cy="121243"/>
              </a:xfrm>
              <a:custGeom>
                <a:avLst/>
                <a:gdLst/>
                <a:ahLst/>
                <a:cxnLst/>
                <a:rect l="l" t="t" r="r" b="b"/>
                <a:pathLst>
                  <a:path w="130526" h="161658" extrusionOk="0">
                    <a:moveTo>
                      <a:pt x="131926" y="155725"/>
                    </a:moveTo>
                    <a:cubicBezTo>
                      <a:pt x="124002" y="141675"/>
                      <a:pt x="113729" y="128711"/>
                      <a:pt x="103753" y="116030"/>
                    </a:cubicBezTo>
                    <a:cubicBezTo>
                      <a:pt x="93480" y="102962"/>
                      <a:pt x="83059" y="89983"/>
                      <a:pt x="72622" y="77034"/>
                    </a:cubicBezTo>
                    <a:cubicBezTo>
                      <a:pt x="51972" y="51404"/>
                      <a:pt x="31069" y="25848"/>
                      <a:pt x="8368" y="1986"/>
                    </a:cubicBezTo>
                    <a:cubicBezTo>
                      <a:pt x="5290" y="-1240"/>
                      <a:pt x="57" y="2298"/>
                      <a:pt x="2644" y="6208"/>
                    </a:cubicBezTo>
                    <a:cubicBezTo>
                      <a:pt x="21079" y="33891"/>
                      <a:pt x="41640" y="60131"/>
                      <a:pt x="62275" y="86163"/>
                    </a:cubicBezTo>
                    <a:cubicBezTo>
                      <a:pt x="72370" y="98889"/>
                      <a:pt x="82494" y="111570"/>
                      <a:pt x="92723" y="124177"/>
                    </a:cubicBezTo>
                    <a:cubicBezTo>
                      <a:pt x="103144" y="137007"/>
                      <a:pt x="113804" y="150239"/>
                      <a:pt x="126099" y="161314"/>
                    </a:cubicBezTo>
                    <a:cubicBezTo>
                      <a:pt x="129816" y="164659"/>
                      <a:pt x="133993" y="159426"/>
                      <a:pt x="131926" y="155725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46">
                <a:extLst>
                  <a:ext uri="{FF2B5EF4-FFF2-40B4-BE49-F238E27FC236}">
                    <a16:creationId xmlns:a16="http://schemas.microsoft.com/office/drawing/2014/main" id="{04A6C381-BB94-0B83-486F-7B5826974951}"/>
                  </a:ext>
                </a:extLst>
              </p:cNvPr>
              <p:cNvSpPr/>
              <p:nvPr/>
            </p:nvSpPr>
            <p:spPr>
              <a:xfrm>
                <a:off x="6848005" y="3285349"/>
                <a:ext cx="113824" cy="146117"/>
              </a:xfrm>
              <a:custGeom>
                <a:avLst/>
                <a:gdLst/>
                <a:ahLst/>
                <a:cxnLst/>
                <a:rect l="l" t="t" r="r" b="b"/>
                <a:pathLst>
                  <a:path w="151765" h="194823" extrusionOk="0">
                    <a:moveTo>
                      <a:pt x="153540" y="189363"/>
                    </a:moveTo>
                    <a:cubicBezTo>
                      <a:pt x="147995" y="169858"/>
                      <a:pt x="136815" y="151660"/>
                      <a:pt x="126275" y="134534"/>
                    </a:cubicBezTo>
                    <a:cubicBezTo>
                      <a:pt x="115838" y="117571"/>
                      <a:pt x="104494" y="101202"/>
                      <a:pt x="92289" y="85473"/>
                    </a:cubicBezTo>
                    <a:cubicBezTo>
                      <a:pt x="80157" y="69819"/>
                      <a:pt x="67194" y="54892"/>
                      <a:pt x="53382" y="40679"/>
                    </a:cubicBezTo>
                    <a:cubicBezTo>
                      <a:pt x="46231" y="33291"/>
                      <a:pt x="38783" y="26229"/>
                      <a:pt x="31141" y="19346"/>
                    </a:cubicBezTo>
                    <a:cubicBezTo>
                      <a:pt x="23975" y="12863"/>
                      <a:pt x="16185" y="5504"/>
                      <a:pt x="7548" y="1134"/>
                    </a:cubicBezTo>
                    <a:cubicBezTo>
                      <a:pt x="3891" y="-725"/>
                      <a:pt x="412" y="4062"/>
                      <a:pt x="2686" y="7185"/>
                    </a:cubicBezTo>
                    <a:cubicBezTo>
                      <a:pt x="8440" y="15049"/>
                      <a:pt x="16751" y="21813"/>
                      <a:pt x="23693" y="28623"/>
                    </a:cubicBezTo>
                    <a:cubicBezTo>
                      <a:pt x="30666" y="35461"/>
                      <a:pt x="37445" y="42478"/>
                      <a:pt x="44091" y="49600"/>
                    </a:cubicBezTo>
                    <a:cubicBezTo>
                      <a:pt x="57441" y="63901"/>
                      <a:pt x="70167" y="78768"/>
                      <a:pt x="82075" y="94289"/>
                    </a:cubicBezTo>
                    <a:cubicBezTo>
                      <a:pt x="93984" y="109795"/>
                      <a:pt x="105104" y="125941"/>
                      <a:pt x="115347" y="142592"/>
                    </a:cubicBezTo>
                    <a:cubicBezTo>
                      <a:pt x="125695" y="159377"/>
                      <a:pt x="134303" y="177559"/>
                      <a:pt x="145705" y="193659"/>
                    </a:cubicBezTo>
                    <a:cubicBezTo>
                      <a:pt x="148813" y="198030"/>
                      <a:pt x="154863" y="194031"/>
                      <a:pt x="153540" y="189363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46">
                <a:extLst>
                  <a:ext uri="{FF2B5EF4-FFF2-40B4-BE49-F238E27FC236}">
                    <a16:creationId xmlns:a16="http://schemas.microsoft.com/office/drawing/2014/main" id="{1B9FEC26-63F2-6DAD-6E78-A96B07329BFE}"/>
                  </a:ext>
                </a:extLst>
              </p:cNvPr>
              <p:cNvSpPr/>
              <p:nvPr/>
            </p:nvSpPr>
            <p:spPr>
              <a:xfrm>
                <a:off x="6891466" y="3249556"/>
                <a:ext cx="128136" cy="159966"/>
              </a:xfrm>
              <a:custGeom>
                <a:avLst/>
                <a:gdLst/>
                <a:ahLst/>
                <a:cxnLst/>
                <a:rect l="l" t="t" r="r" b="b"/>
                <a:pathLst>
                  <a:path w="170848" h="213288" extrusionOk="0">
                    <a:moveTo>
                      <a:pt x="172558" y="207895"/>
                    </a:moveTo>
                    <a:cubicBezTo>
                      <a:pt x="165422" y="187215"/>
                      <a:pt x="153455" y="167814"/>
                      <a:pt x="141695" y="149513"/>
                    </a:cubicBezTo>
                    <a:cubicBezTo>
                      <a:pt x="129697" y="130825"/>
                      <a:pt x="116704" y="112777"/>
                      <a:pt x="102937" y="95368"/>
                    </a:cubicBezTo>
                    <a:cubicBezTo>
                      <a:pt x="89200" y="78033"/>
                      <a:pt x="74601" y="61441"/>
                      <a:pt x="59228" y="45564"/>
                    </a:cubicBezTo>
                    <a:cubicBezTo>
                      <a:pt x="43856" y="29656"/>
                      <a:pt x="27666" y="14165"/>
                      <a:pt x="9514" y="1483"/>
                    </a:cubicBezTo>
                    <a:cubicBezTo>
                      <a:pt x="5648" y="-1222"/>
                      <a:pt x="-596" y="3728"/>
                      <a:pt x="3107" y="7653"/>
                    </a:cubicBezTo>
                    <a:cubicBezTo>
                      <a:pt x="18270" y="23680"/>
                      <a:pt x="34401" y="38799"/>
                      <a:pt x="49565" y="54855"/>
                    </a:cubicBezTo>
                    <a:cubicBezTo>
                      <a:pt x="64313" y="70466"/>
                      <a:pt x="78407" y="86760"/>
                      <a:pt x="91728" y="103648"/>
                    </a:cubicBezTo>
                    <a:cubicBezTo>
                      <a:pt x="105048" y="120537"/>
                      <a:pt x="117566" y="138035"/>
                      <a:pt x="129252" y="156099"/>
                    </a:cubicBezTo>
                    <a:cubicBezTo>
                      <a:pt x="141249" y="174608"/>
                      <a:pt x="151834" y="194292"/>
                      <a:pt x="164738" y="212176"/>
                    </a:cubicBezTo>
                    <a:cubicBezTo>
                      <a:pt x="167756" y="216369"/>
                      <a:pt x="174209" y="212637"/>
                      <a:pt x="172558" y="207895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46">
                <a:extLst>
                  <a:ext uri="{FF2B5EF4-FFF2-40B4-BE49-F238E27FC236}">
                    <a16:creationId xmlns:a16="http://schemas.microsoft.com/office/drawing/2014/main" id="{419D619F-606F-FF1B-6D85-6A1969BAE783}"/>
                  </a:ext>
                </a:extLst>
              </p:cNvPr>
              <p:cNvSpPr/>
              <p:nvPr/>
            </p:nvSpPr>
            <p:spPr>
              <a:xfrm>
                <a:off x="7786354" y="3184681"/>
                <a:ext cx="686024" cy="565655"/>
              </a:xfrm>
              <a:custGeom>
                <a:avLst/>
                <a:gdLst/>
                <a:ahLst/>
                <a:cxnLst/>
                <a:rect l="l" t="t" r="r" b="b"/>
                <a:pathLst>
                  <a:path w="914698" h="754207" extrusionOk="0">
                    <a:moveTo>
                      <a:pt x="2309" y="480671"/>
                    </a:moveTo>
                    <a:lnTo>
                      <a:pt x="46761" y="754711"/>
                    </a:lnTo>
                    <a:cubicBezTo>
                      <a:pt x="46761" y="754711"/>
                      <a:pt x="165250" y="762115"/>
                      <a:pt x="298561" y="695452"/>
                    </a:cubicBezTo>
                    <a:cubicBezTo>
                      <a:pt x="431887" y="628789"/>
                      <a:pt x="491131" y="562126"/>
                      <a:pt x="524463" y="539915"/>
                    </a:cubicBezTo>
                    <a:cubicBezTo>
                      <a:pt x="557794" y="517689"/>
                      <a:pt x="705913" y="480671"/>
                      <a:pt x="735558" y="484373"/>
                    </a:cubicBezTo>
                    <a:cubicBezTo>
                      <a:pt x="765172" y="488074"/>
                      <a:pt x="883676" y="499180"/>
                      <a:pt x="898483" y="462147"/>
                    </a:cubicBezTo>
                    <a:cubicBezTo>
                      <a:pt x="913306" y="425113"/>
                      <a:pt x="887378" y="417709"/>
                      <a:pt x="887378" y="417709"/>
                    </a:cubicBezTo>
                    <a:cubicBezTo>
                      <a:pt x="887378" y="417709"/>
                      <a:pt x="917007" y="436234"/>
                      <a:pt x="917007" y="410306"/>
                    </a:cubicBezTo>
                    <a:cubicBezTo>
                      <a:pt x="917007" y="384378"/>
                      <a:pt x="813311" y="317730"/>
                      <a:pt x="779979" y="306610"/>
                    </a:cubicBezTo>
                    <a:cubicBezTo>
                      <a:pt x="746663" y="295504"/>
                      <a:pt x="565199" y="306610"/>
                      <a:pt x="565199" y="306610"/>
                    </a:cubicBezTo>
                    <a:cubicBezTo>
                      <a:pt x="565199" y="306610"/>
                      <a:pt x="750365" y="251067"/>
                      <a:pt x="783682" y="251067"/>
                    </a:cubicBezTo>
                    <a:cubicBezTo>
                      <a:pt x="817013" y="251067"/>
                      <a:pt x="898483" y="295504"/>
                      <a:pt x="913306" y="265889"/>
                    </a:cubicBezTo>
                    <a:cubicBezTo>
                      <a:pt x="928113" y="236260"/>
                      <a:pt x="813311" y="162193"/>
                      <a:pt x="709630" y="158491"/>
                    </a:cubicBezTo>
                    <a:cubicBezTo>
                      <a:pt x="605934" y="154789"/>
                      <a:pt x="498535" y="221437"/>
                      <a:pt x="498535" y="221437"/>
                    </a:cubicBezTo>
                    <a:cubicBezTo>
                      <a:pt x="498535" y="221437"/>
                      <a:pt x="576319" y="121458"/>
                      <a:pt x="594828" y="110352"/>
                    </a:cubicBezTo>
                    <a:cubicBezTo>
                      <a:pt x="613337" y="99247"/>
                      <a:pt x="750365" y="73319"/>
                      <a:pt x="768874" y="32569"/>
                    </a:cubicBezTo>
                    <a:cubicBezTo>
                      <a:pt x="787383" y="-8152"/>
                      <a:pt x="609635" y="-4450"/>
                      <a:pt x="568900" y="14059"/>
                    </a:cubicBezTo>
                    <a:cubicBezTo>
                      <a:pt x="528165" y="32569"/>
                      <a:pt x="217106" y="365854"/>
                      <a:pt x="146741" y="417709"/>
                    </a:cubicBezTo>
                    <a:cubicBezTo>
                      <a:pt x="76391" y="469550"/>
                      <a:pt x="2309" y="480671"/>
                      <a:pt x="2309" y="480671"/>
                    </a:cubicBezTo>
                    <a:close/>
                  </a:path>
                </a:pathLst>
              </a:custGeom>
              <a:solidFill>
                <a:srgbClr val="B55146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46">
                <a:extLst>
                  <a:ext uri="{FF2B5EF4-FFF2-40B4-BE49-F238E27FC236}">
                    <a16:creationId xmlns:a16="http://schemas.microsoft.com/office/drawing/2014/main" id="{FCD9F802-1EF0-B9AE-0CD5-5DDE35385922}"/>
                  </a:ext>
                </a:extLst>
              </p:cNvPr>
              <p:cNvSpPr/>
              <p:nvPr/>
            </p:nvSpPr>
            <p:spPr>
              <a:xfrm>
                <a:off x="8170342" y="3475502"/>
                <a:ext cx="261197" cy="34325"/>
              </a:xfrm>
              <a:custGeom>
                <a:avLst/>
                <a:gdLst/>
                <a:ahLst/>
                <a:cxnLst/>
                <a:rect l="l" t="t" r="r" b="b"/>
                <a:pathLst>
                  <a:path w="348263" h="45766" extrusionOk="0">
                    <a:moveTo>
                      <a:pt x="348192" y="19624"/>
                    </a:moveTo>
                    <a:cubicBezTo>
                      <a:pt x="327617" y="11060"/>
                      <a:pt x="304038" y="7834"/>
                      <a:pt x="282080" y="5158"/>
                    </a:cubicBezTo>
                    <a:cubicBezTo>
                      <a:pt x="259497" y="2393"/>
                      <a:pt x="236751" y="936"/>
                      <a:pt x="214004" y="772"/>
                    </a:cubicBezTo>
                    <a:cubicBezTo>
                      <a:pt x="168140" y="430"/>
                      <a:pt x="122216" y="5307"/>
                      <a:pt x="77526" y="15594"/>
                    </a:cubicBezTo>
                    <a:cubicBezTo>
                      <a:pt x="52803" y="21274"/>
                      <a:pt x="27232" y="28053"/>
                      <a:pt x="4441" y="39411"/>
                    </a:cubicBezTo>
                    <a:cubicBezTo>
                      <a:pt x="1141" y="41076"/>
                      <a:pt x="1809" y="47425"/>
                      <a:pt x="6106" y="46413"/>
                    </a:cubicBezTo>
                    <a:cubicBezTo>
                      <a:pt x="27560" y="41329"/>
                      <a:pt x="48521" y="34446"/>
                      <a:pt x="70049" y="29584"/>
                    </a:cubicBezTo>
                    <a:cubicBezTo>
                      <a:pt x="92051" y="24604"/>
                      <a:pt x="114248" y="20605"/>
                      <a:pt x="136652" y="17914"/>
                    </a:cubicBezTo>
                    <a:cubicBezTo>
                      <a:pt x="181268" y="12577"/>
                      <a:pt x="226477" y="12235"/>
                      <a:pt x="271152" y="17007"/>
                    </a:cubicBezTo>
                    <a:cubicBezTo>
                      <a:pt x="283284" y="18300"/>
                      <a:pt x="295371" y="20040"/>
                      <a:pt x="307427" y="21883"/>
                    </a:cubicBezTo>
                    <a:cubicBezTo>
                      <a:pt x="320139" y="23816"/>
                      <a:pt x="333029" y="26507"/>
                      <a:pt x="345829" y="27458"/>
                    </a:cubicBezTo>
                    <a:cubicBezTo>
                      <a:pt x="350244" y="27785"/>
                      <a:pt x="352772" y="21526"/>
                      <a:pt x="348192" y="19624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46">
                <a:extLst>
                  <a:ext uri="{FF2B5EF4-FFF2-40B4-BE49-F238E27FC236}">
                    <a16:creationId xmlns:a16="http://schemas.microsoft.com/office/drawing/2014/main" id="{244C96EB-64D0-3481-032F-C70B2E064406}"/>
                  </a:ext>
                </a:extLst>
              </p:cNvPr>
              <p:cNvSpPr/>
              <p:nvPr/>
            </p:nvSpPr>
            <p:spPr>
              <a:xfrm>
                <a:off x="8150069" y="3405482"/>
                <a:ext cx="72515" cy="28393"/>
              </a:xfrm>
              <a:custGeom>
                <a:avLst/>
                <a:gdLst/>
                <a:ahLst/>
                <a:cxnLst/>
                <a:rect l="l" t="t" r="r" b="b"/>
                <a:pathLst>
                  <a:path w="96686" h="37857" extrusionOk="0">
                    <a:moveTo>
                      <a:pt x="95737" y="762"/>
                    </a:moveTo>
                    <a:cubicBezTo>
                      <a:pt x="88289" y="405"/>
                      <a:pt x="79845" y="3631"/>
                      <a:pt x="72828" y="5936"/>
                    </a:cubicBezTo>
                    <a:cubicBezTo>
                      <a:pt x="65260" y="8433"/>
                      <a:pt x="57738" y="10990"/>
                      <a:pt x="50186" y="13518"/>
                    </a:cubicBezTo>
                    <a:cubicBezTo>
                      <a:pt x="34813" y="18662"/>
                      <a:pt x="19455" y="23791"/>
                      <a:pt x="4737" y="30600"/>
                    </a:cubicBezTo>
                    <a:cubicBezTo>
                      <a:pt x="842" y="32399"/>
                      <a:pt x="1808" y="39505"/>
                      <a:pt x="6596" y="38494"/>
                    </a:cubicBezTo>
                    <a:cubicBezTo>
                      <a:pt x="22295" y="35134"/>
                      <a:pt x="37519" y="30199"/>
                      <a:pt x="52757" y="25129"/>
                    </a:cubicBezTo>
                    <a:cubicBezTo>
                      <a:pt x="60309" y="22631"/>
                      <a:pt x="67862" y="20134"/>
                      <a:pt x="75399" y="17606"/>
                    </a:cubicBezTo>
                    <a:cubicBezTo>
                      <a:pt x="79309" y="16298"/>
                      <a:pt x="83249" y="15034"/>
                      <a:pt x="87011" y="13354"/>
                    </a:cubicBezTo>
                    <a:cubicBezTo>
                      <a:pt x="90519" y="11779"/>
                      <a:pt x="94533" y="10559"/>
                      <a:pt x="97506" y="8092"/>
                    </a:cubicBezTo>
                    <a:cubicBezTo>
                      <a:pt x="99900" y="6084"/>
                      <a:pt x="99528" y="941"/>
                      <a:pt x="95737" y="762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46">
                <a:extLst>
                  <a:ext uri="{FF2B5EF4-FFF2-40B4-BE49-F238E27FC236}">
                    <a16:creationId xmlns:a16="http://schemas.microsoft.com/office/drawing/2014/main" id="{4661D043-8400-9F0C-D2C4-7EE69E252418}"/>
                  </a:ext>
                </a:extLst>
              </p:cNvPr>
              <p:cNvSpPr/>
              <p:nvPr/>
            </p:nvSpPr>
            <p:spPr>
              <a:xfrm>
                <a:off x="8143817" y="3354635"/>
                <a:ext cx="329" cy="190"/>
              </a:xfrm>
              <a:custGeom>
                <a:avLst/>
                <a:gdLst/>
                <a:ahLst/>
                <a:cxnLst/>
                <a:rect l="l" t="t" r="r" b="b"/>
                <a:pathLst>
                  <a:path w="439" h="253" extrusionOk="0">
                    <a:moveTo>
                      <a:pt x="2313" y="970"/>
                    </a:moveTo>
                    <a:cubicBezTo>
                      <a:pt x="2328" y="970"/>
                      <a:pt x="2328" y="970"/>
                      <a:pt x="2328" y="955"/>
                    </a:cubicBezTo>
                    <a:cubicBezTo>
                      <a:pt x="3042" y="599"/>
                      <a:pt x="2729" y="673"/>
                      <a:pt x="2313" y="970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46">
                <a:extLst>
                  <a:ext uri="{FF2B5EF4-FFF2-40B4-BE49-F238E27FC236}">
                    <a16:creationId xmlns:a16="http://schemas.microsoft.com/office/drawing/2014/main" id="{0727707A-7BBB-0C00-DD8A-6C637908C2C4}"/>
                  </a:ext>
                </a:extLst>
              </p:cNvPr>
              <p:cNvSpPr/>
              <p:nvPr/>
            </p:nvSpPr>
            <p:spPr>
              <a:xfrm>
                <a:off x="8133307" y="3346968"/>
                <a:ext cx="25742" cy="17727"/>
              </a:xfrm>
              <a:custGeom>
                <a:avLst/>
                <a:gdLst/>
                <a:ahLst/>
                <a:cxnLst/>
                <a:rect l="l" t="t" r="r" b="b"/>
                <a:pathLst>
                  <a:path w="34323" h="23636" extrusionOk="0">
                    <a:moveTo>
                      <a:pt x="31193" y="801"/>
                    </a:moveTo>
                    <a:cubicBezTo>
                      <a:pt x="30895" y="816"/>
                      <a:pt x="30613" y="861"/>
                      <a:pt x="30331" y="965"/>
                    </a:cubicBezTo>
                    <a:cubicBezTo>
                      <a:pt x="29588" y="1158"/>
                      <a:pt x="28918" y="1455"/>
                      <a:pt x="28279" y="1901"/>
                    </a:cubicBezTo>
                    <a:cubicBezTo>
                      <a:pt x="27521" y="2466"/>
                      <a:pt x="26837" y="3120"/>
                      <a:pt x="26183" y="3745"/>
                    </a:cubicBezTo>
                    <a:cubicBezTo>
                      <a:pt x="26109" y="3834"/>
                      <a:pt x="25811" y="4117"/>
                      <a:pt x="25692" y="4235"/>
                    </a:cubicBezTo>
                    <a:cubicBezTo>
                      <a:pt x="25678" y="4250"/>
                      <a:pt x="25662" y="4265"/>
                      <a:pt x="25648" y="4265"/>
                    </a:cubicBezTo>
                    <a:cubicBezTo>
                      <a:pt x="25187" y="4637"/>
                      <a:pt x="24711" y="4994"/>
                      <a:pt x="24280" y="5395"/>
                    </a:cubicBezTo>
                    <a:cubicBezTo>
                      <a:pt x="22466" y="7030"/>
                      <a:pt x="20489" y="8577"/>
                      <a:pt x="18452" y="9930"/>
                    </a:cubicBezTo>
                    <a:cubicBezTo>
                      <a:pt x="17947" y="10242"/>
                      <a:pt x="17441" y="10569"/>
                      <a:pt x="16921" y="10866"/>
                    </a:cubicBezTo>
                    <a:cubicBezTo>
                      <a:pt x="16698" y="11000"/>
                      <a:pt x="16445" y="11119"/>
                      <a:pt x="16237" y="11268"/>
                    </a:cubicBezTo>
                    <a:cubicBezTo>
                      <a:pt x="16267" y="11238"/>
                      <a:pt x="16296" y="11223"/>
                      <a:pt x="16326" y="11193"/>
                    </a:cubicBezTo>
                    <a:cubicBezTo>
                      <a:pt x="15271" y="11758"/>
                      <a:pt x="14170" y="12234"/>
                      <a:pt x="13070" y="12710"/>
                    </a:cubicBezTo>
                    <a:cubicBezTo>
                      <a:pt x="11985" y="13200"/>
                      <a:pt x="10900" y="13691"/>
                      <a:pt x="9784" y="14107"/>
                    </a:cubicBezTo>
                    <a:cubicBezTo>
                      <a:pt x="8461" y="14568"/>
                      <a:pt x="7227" y="14999"/>
                      <a:pt x="6231" y="15817"/>
                    </a:cubicBezTo>
                    <a:cubicBezTo>
                      <a:pt x="6128" y="15832"/>
                      <a:pt x="6038" y="15847"/>
                      <a:pt x="5934" y="15876"/>
                    </a:cubicBezTo>
                    <a:cubicBezTo>
                      <a:pt x="3883" y="16233"/>
                      <a:pt x="2024" y="17987"/>
                      <a:pt x="2351" y="20232"/>
                    </a:cubicBezTo>
                    <a:cubicBezTo>
                      <a:pt x="2679" y="22522"/>
                      <a:pt x="4463" y="23845"/>
                      <a:pt x="6692" y="23815"/>
                    </a:cubicBezTo>
                    <a:cubicBezTo>
                      <a:pt x="6901" y="23800"/>
                      <a:pt x="7109" y="23800"/>
                      <a:pt x="7302" y="23800"/>
                    </a:cubicBezTo>
                    <a:cubicBezTo>
                      <a:pt x="8075" y="24187"/>
                      <a:pt x="8952" y="24380"/>
                      <a:pt x="9963" y="24350"/>
                    </a:cubicBezTo>
                    <a:cubicBezTo>
                      <a:pt x="10617" y="24336"/>
                      <a:pt x="11286" y="24217"/>
                      <a:pt x="11940" y="24127"/>
                    </a:cubicBezTo>
                    <a:cubicBezTo>
                      <a:pt x="13590" y="23890"/>
                      <a:pt x="15241" y="23562"/>
                      <a:pt x="16861" y="23116"/>
                    </a:cubicBezTo>
                    <a:cubicBezTo>
                      <a:pt x="19790" y="22329"/>
                      <a:pt x="22541" y="20886"/>
                      <a:pt x="25187" y="19385"/>
                    </a:cubicBezTo>
                    <a:cubicBezTo>
                      <a:pt x="27818" y="17883"/>
                      <a:pt x="30033" y="16055"/>
                      <a:pt x="32204" y="13929"/>
                    </a:cubicBezTo>
                    <a:cubicBezTo>
                      <a:pt x="33155" y="13037"/>
                      <a:pt x="33959" y="11922"/>
                      <a:pt x="34732" y="10866"/>
                    </a:cubicBezTo>
                    <a:cubicBezTo>
                      <a:pt x="35296" y="10093"/>
                      <a:pt x="35801" y="9171"/>
                      <a:pt x="36203" y="8279"/>
                    </a:cubicBezTo>
                    <a:cubicBezTo>
                      <a:pt x="36768" y="6971"/>
                      <a:pt x="36619" y="5916"/>
                      <a:pt x="36619" y="4592"/>
                    </a:cubicBezTo>
                    <a:cubicBezTo>
                      <a:pt x="36634" y="1783"/>
                      <a:pt x="33616" y="340"/>
                      <a:pt x="31193" y="801"/>
                    </a:cubicBezTo>
                    <a:close/>
                  </a:path>
                </a:pathLst>
              </a:custGeom>
              <a:solidFill>
                <a:srgbClr val="81292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46">
                <a:extLst>
                  <a:ext uri="{FF2B5EF4-FFF2-40B4-BE49-F238E27FC236}">
                    <a16:creationId xmlns:a16="http://schemas.microsoft.com/office/drawing/2014/main" id="{9E022FC9-E32A-556A-C091-46A69C668373}"/>
                  </a:ext>
                </a:extLst>
              </p:cNvPr>
              <p:cNvSpPr/>
              <p:nvPr/>
            </p:nvSpPr>
            <p:spPr>
              <a:xfrm>
                <a:off x="6797583" y="2484650"/>
                <a:ext cx="136032" cy="647050"/>
              </a:xfrm>
              <a:custGeom>
                <a:avLst/>
                <a:gdLst/>
                <a:ahLst/>
                <a:cxnLst/>
                <a:rect l="l" t="t" r="r" b="b"/>
                <a:pathLst>
                  <a:path w="181376" h="862733" extrusionOk="0">
                    <a:moveTo>
                      <a:pt x="148507" y="517892"/>
                    </a:moveTo>
                    <a:cubicBezTo>
                      <a:pt x="129626" y="405602"/>
                      <a:pt x="104204" y="294309"/>
                      <a:pt x="72299" y="184993"/>
                    </a:cubicBezTo>
                    <a:cubicBezTo>
                      <a:pt x="63454" y="154680"/>
                      <a:pt x="54237" y="124426"/>
                      <a:pt x="44231" y="94454"/>
                    </a:cubicBezTo>
                    <a:cubicBezTo>
                      <a:pt x="34062" y="63903"/>
                      <a:pt x="24369" y="32593"/>
                      <a:pt x="10691" y="3394"/>
                    </a:cubicBezTo>
                    <a:cubicBezTo>
                      <a:pt x="8164" y="-2017"/>
                      <a:pt x="656" y="1016"/>
                      <a:pt x="2143" y="6680"/>
                    </a:cubicBezTo>
                    <a:cubicBezTo>
                      <a:pt x="9457" y="34228"/>
                      <a:pt x="19597" y="61078"/>
                      <a:pt x="28369" y="88195"/>
                    </a:cubicBezTo>
                    <a:cubicBezTo>
                      <a:pt x="37139" y="115327"/>
                      <a:pt x="45718" y="142519"/>
                      <a:pt x="53835" y="169859"/>
                    </a:cubicBezTo>
                    <a:cubicBezTo>
                      <a:pt x="69906" y="223944"/>
                      <a:pt x="84490" y="278491"/>
                      <a:pt x="97424" y="333409"/>
                    </a:cubicBezTo>
                    <a:cubicBezTo>
                      <a:pt x="123367" y="443676"/>
                      <a:pt x="142858" y="555490"/>
                      <a:pt x="155837" y="668017"/>
                    </a:cubicBezTo>
                    <a:cubicBezTo>
                      <a:pt x="163166" y="731499"/>
                      <a:pt x="168637" y="795322"/>
                      <a:pt x="173603" y="859041"/>
                    </a:cubicBezTo>
                    <a:cubicBezTo>
                      <a:pt x="174093" y="865375"/>
                      <a:pt x="183459" y="864289"/>
                      <a:pt x="183325" y="858075"/>
                    </a:cubicBezTo>
                    <a:cubicBezTo>
                      <a:pt x="180932" y="744032"/>
                      <a:pt x="167418" y="630345"/>
                      <a:pt x="148507" y="51789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46">
                <a:extLst>
                  <a:ext uri="{FF2B5EF4-FFF2-40B4-BE49-F238E27FC236}">
                    <a16:creationId xmlns:a16="http://schemas.microsoft.com/office/drawing/2014/main" id="{70A129A0-F269-C99F-B0A0-2DA715957CD9}"/>
                  </a:ext>
                </a:extLst>
              </p:cNvPr>
              <p:cNvSpPr/>
              <p:nvPr/>
            </p:nvSpPr>
            <p:spPr>
              <a:xfrm>
                <a:off x="6595455" y="3404459"/>
                <a:ext cx="259039" cy="71934"/>
              </a:xfrm>
              <a:custGeom>
                <a:avLst/>
                <a:gdLst/>
                <a:ahLst/>
                <a:cxnLst/>
                <a:rect l="l" t="t" r="r" b="b"/>
                <a:pathLst>
                  <a:path w="345385" h="95912" extrusionOk="0">
                    <a:moveTo>
                      <a:pt x="344826" y="62640"/>
                    </a:moveTo>
                    <a:cubicBezTo>
                      <a:pt x="334464" y="58091"/>
                      <a:pt x="324518" y="53007"/>
                      <a:pt x="313873" y="48978"/>
                    </a:cubicBezTo>
                    <a:cubicBezTo>
                      <a:pt x="303333" y="44964"/>
                      <a:pt x="292643" y="41291"/>
                      <a:pt x="281909" y="37872"/>
                    </a:cubicBezTo>
                    <a:cubicBezTo>
                      <a:pt x="260219" y="30944"/>
                      <a:pt x="238201" y="25012"/>
                      <a:pt x="216005" y="20002"/>
                    </a:cubicBezTo>
                    <a:cubicBezTo>
                      <a:pt x="171597" y="9937"/>
                      <a:pt x="126179" y="3961"/>
                      <a:pt x="80701" y="1746"/>
                    </a:cubicBezTo>
                    <a:cubicBezTo>
                      <a:pt x="68451" y="1151"/>
                      <a:pt x="56201" y="809"/>
                      <a:pt x="43936" y="750"/>
                    </a:cubicBezTo>
                    <a:cubicBezTo>
                      <a:pt x="37528" y="720"/>
                      <a:pt x="31135" y="764"/>
                      <a:pt x="24727" y="883"/>
                    </a:cubicBezTo>
                    <a:cubicBezTo>
                      <a:pt x="18306" y="1032"/>
                      <a:pt x="11288" y="348"/>
                      <a:pt x="5356" y="3188"/>
                    </a:cubicBezTo>
                    <a:cubicBezTo>
                      <a:pt x="1387" y="5091"/>
                      <a:pt x="272" y="11543"/>
                      <a:pt x="5104" y="13372"/>
                    </a:cubicBezTo>
                    <a:cubicBezTo>
                      <a:pt x="9890" y="15200"/>
                      <a:pt x="14247" y="14918"/>
                      <a:pt x="19301" y="14784"/>
                    </a:cubicBezTo>
                    <a:cubicBezTo>
                      <a:pt x="25323" y="14620"/>
                      <a:pt x="31343" y="14531"/>
                      <a:pt x="37365" y="14487"/>
                    </a:cubicBezTo>
                    <a:cubicBezTo>
                      <a:pt x="48455" y="14427"/>
                      <a:pt x="59531" y="14561"/>
                      <a:pt x="70592" y="14962"/>
                    </a:cubicBezTo>
                    <a:cubicBezTo>
                      <a:pt x="92788" y="15780"/>
                      <a:pt x="114955" y="17549"/>
                      <a:pt x="137017" y="20196"/>
                    </a:cubicBezTo>
                    <a:cubicBezTo>
                      <a:pt x="181469" y="25577"/>
                      <a:pt x="225564" y="34572"/>
                      <a:pt x="268544" y="47075"/>
                    </a:cubicBezTo>
                    <a:cubicBezTo>
                      <a:pt x="280705" y="50598"/>
                      <a:pt x="292733" y="54434"/>
                      <a:pt x="304745" y="58418"/>
                    </a:cubicBezTo>
                    <a:cubicBezTo>
                      <a:pt x="305473" y="58641"/>
                      <a:pt x="306202" y="58879"/>
                      <a:pt x="306931" y="59102"/>
                    </a:cubicBezTo>
                    <a:cubicBezTo>
                      <a:pt x="293015" y="58953"/>
                      <a:pt x="278907" y="60039"/>
                      <a:pt x="265482" y="60648"/>
                    </a:cubicBezTo>
                    <a:cubicBezTo>
                      <a:pt x="241933" y="61719"/>
                      <a:pt x="218428" y="63413"/>
                      <a:pt x="194968" y="65703"/>
                    </a:cubicBezTo>
                    <a:cubicBezTo>
                      <a:pt x="149134" y="70133"/>
                      <a:pt x="102051" y="75218"/>
                      <a:pt x="57509" y="87349"/>
                    </a:cubicBezTo>
                    <a:cubicBezTo>
                      <a:pt x="52202" y="88791"/>
                      <a:pt x="54432" y="97191"/>
                      <a:pt x="59695" y="96626"/>
                    </a:cubicBezTo>
                    <a:cubicBezTo>
                      <a:pt x="82678" y="94158"/>
                      <a:pt x="105529" y="90070"/>
                      <a:pt x="128424" y="86963"/>
                    </a:cubicBezTo>
                    <a:cubicBezTo>
                      <a:pt x="150992" y="83885"/>
                      <a:pt x="173605" y="81105"/>
                      <a:pt x="196247" y="78860"/>
                    </a:cubicBezTo>
                    <a:cubicBezTo>
                      <a:pt x="218904" y="76600"/>
                      <a:pt x="241621" y="74831"/>
                      <a:pt x="264336" y="73463"/>
                    </a:cubicBezTo>
                    <a:cubicBezTo>
                      <a:pt x="275502" y="72794"/>
                      <a:pt x="286667" y="72304"/>
                      <a:pt x="297832" y="71739"/>
                    </a:cubicBezTo>
                    <a:cubicBezTo>
                      <a:pt x="309636" y="71129"/>
                      <a:pt x="321946" y="70891"/>
                      <a:pt x="333512" y="68423"/>
                    </a:cubicBezTo>
                    <a:cubicBezTo>
                      <a:pt x="333959" y="68349"/>
                      <a:pt x="334330" y="68186"/>
                      <a:pt x="334672" y="67977"/>
                    </a:cubicBezTo>
                    <a:cubicBezTo>
                      <a:pt x="336931" y="68751"/>
                      <a:pt x="339176" y="69509"/>
                      <a:pt x="341407" y="70326"/>
                    </a:cubicBezTo>
                    <a:cubicBezTo>
                      <a:pt x="346446" y="72215"/>
                      <a:pt x="349851" y="64826"/>
                      <a:pt x="344826" y="626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46">
                <a:extLst>
                  <a:ext uri="{FF2B5EF4-FFF2-40B4-BE49-F238E27FC236}">
                    <a16:creationId xmlns:a16="http://schemas.microsoft.com/office/drawing/2014/main" id="{FC0C4640-9C5E-0E00-5023-F743BCABBBA2}"/>
                  </a:ext>
                </a:extLst>
              </p:cNvPr>
              <p:cNvSpPr/>
              <p:nvPr/>
            </p:nvSpPr>
            <p:spPr>
              <a:xfrm>
                <a:off x="7139111" y="3526396"/>
                <a:ext cx="663697" cy="35852"/>
              </a:xfrm>
              <a:custGeom>
                <a:avLst/>
                <a:gdLst/>
                <a:ahLst/>
                <a:cxnLst/>
                <a:rect l="l" t="t" r="r" b="b"/>
                <a:pathLst>
                  <a:path w="884929" h="47803" extrusionOk="0">
                    <a:moveTo>
                      <a:pt x="882254" y="10309"/>
                    </a:moveTo>
                    <a:cubicBezTo>
                      <a:pt x="853799" y="13223"/>
                      <a:pt x="825285" y="15735"/>
                      <a:pt x="796814" y="18723"/>
                    </a:cubicBezTo>
                    <a:cubicBezTo>
                      <a:pt x="768359" y="21712"/>
                      <a:pt x="739845" y="24343"/>
                      <a:pt x="711315" y="26573"/>
                    </a:cubicBezTo>
                    <a:cubicBezTo>
                      <a:pt x="654226" y="30989"/>
                      <a:pt x="597019" y="33784"/>
                      <a:pt x="539796" y="34958"/>
                    </a:cubicBezTo>
                    <a:cubicBezTo>
                      <a:pt x="425871" y="37307"/>
                      <a:pt x="311843" y="33085"/>
                      <a:pt x="198394" y="22515"/>
                    </a:cubicBezTo>
                    <a:cubicBezTo>
                      <a:pt x="134214" y="16553"/>
                      <a:pt x="70435" y="7216"/>
                      <a:pt x="6329" y="794"/>
                    </a:cubicBezTo>
                    <a:cubicBezTo>
                      <a:pt x="1556" y="318"/>
                      <a:pt x="426" y="7098"/>
                      <a:pt x="5125" y="8123"/>
                    </a:cubicBezTo>
                    <a:cubicBezTo>
                      <a:pt x="60965" y="20433"/>
                      <a:pt x="118127" y="27168"/>
                      <a:pt x="174963" y="33010"/>
                    </a:cubicBezTo>
                    <a:cubicBezTo>
                      <a:pt x="232305" y="38913"/>
                      <a:pt x="289810" y="43150"/>
                      <a:pt x="347404" y="45662"/>
                    </a:cubicBezTo>
                    <a:cubicBezTo>
                      <a:pt x="461953" y="50672"/>
                      <a:pt x="576785" y="49245"/>
                      <a:pt x="691171" y="41158"/>
                    </a:cubicBezTo>
                    <a:cubicBezTo>
                      <a:pt x="722896" y="38913"/>
                      <a:pt x="754593" y="36177"/>
                      <a:pt x="786215" y="32877"/>
                    </a:cubicBezTo>
                    <a:cubicBezTo>
                      <a:pt x="802032" y="31226"/>
                      <a:pt x="817851" y="29472"/>
                      <a:pt x="833610" y="27465"/>
                    </a:cubicBezTo>
                    <a:cubicBezTo>
                      <a:pt x="850261" y="25354"/>
                      <a:pt x="866614" y="22143"/>
                      <a:pt x="883131" y="19348"/>
                    </a:cubicBezTo>
                    <a:cubicBezTo>
                      <a:pt x="888840" y="18382"/>
                      <a:pt x="888112" y="9699"/>
                      <a:pt x="882254" y="103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46">
                <a:extLst>
                  <a:ext uri="{FF2B5EF4-FFF2-40B4-BE49-F238E27FC236}">
                    <a16:creationId xmlns:a16="http://schemas.microsoft.com/office/drawing/2014/main" id="{0191111B-6649-5EA1-B51C-05221D116E97}"/>
                  </a:ext>
                </a:extLst>
              </p:cNvPr>
              <p:cNvSpPr/>
              <p:nvPr/>
            </p:nvSpPr>
            <p:spPr>
              <a:xfrm>
                <a:off x="6851663" y="3759461"/>
                <a:ext cx="1273666" cy="551711"/>
              </a:xfrm>
              <a:custGeom>
                <a:avLst/>
                <a:gdLst/>
                <a:ahLst/>
                <a:cxnLst/>
                <a:rect l="l" t="t" r="r" b="b"/>
                <a:pathLst>
                  <a:path w="1698221" h="735615" extrusionOk="0">
                    <a:moveTo>
                      <a:pt x="1697526" y="426358"/>
                    </a:moveTo>
                    <a:cubicBezTo>
                      <a:pt x="1687758" y="431041"/>
                      <a:pt x="1677842" y="435486"/>
                      <a:pt x="1667718" y="439411"/>
                    </a:cubicBezTo>
                    <a:cubicBezTo>
                      <a:pt x="1585385" y="471256"/>
                      <a:pt x="1496258" y="485617"/>
                      <a:pt x="1408856" y="494522"/>
                    </a:cubicBezTo>
                    <a:cubicBezTo>
                      <a:pt x="1317232" y="503859"/>
                      <a:pt x="1224938" y="507561"/>
                      <a:pt x="1132942" y="510058"/>
                    </a:cubicBezTo>
                    <a:cubicBezTo>
                      <a:pt x="1082217" y="511411"/>
                      <a:pt x="1031490" y="512050"/>
                      <a:pt x="980779" y="512050"/>
                    </a:cubicBezTo>
                    <a:cubicBezTo>
                      <a:pt x="982043" y="526620"/>
                      <a:pt x="981270" y="541710"/>
                      <a:pt x="980972" y="556175"/>
                    </a:cubicBezTo>
                    <a:cubicBezTo>
                      <a:pt x="980646" y="573183"/>
                      <a:pt x="980334" y="590191"/>
                      <a:pt x="979903" y="607198"/>
                    </a:cubicBezTo>
                    <a:cubicBezTo>
                      <a:pt x="978832" y="650238"/>
                      <a:pt x="977747" y="693381"/>
                      <a:pt x="976290" y="736525"/>
                    </a:cubicBezTo>
                    <a:lnTo>
                      <a:pt x="962895" y="736525"/>
                    </a:lnTo>
                    <a:cubicBezTo>
                      <a:pt x="963475" y="719324"/>
                      <a:pt x="964114" y="702168"/>
                      <a:pt x="964649" y="684981"/>
                    </a:cubicBezTo>
                    <a:cubicBezTo>
                      <a:pt x="965586" y="655025"/>
                      <a:pt x="966419" y="625024"/>
                      <a:pt x="967251" y="595067"/>
                    </a:cubicBezTo>
                    <a:cubicBezTo>
                      <a:pt x="967637" y="579933"/>
                      <a:pt x="967875" y="564768"/>
                      <a:pt x="968410" y="549693"/>
                    </a:cubicBezTo>
                    <a:cubicBezTo>
                      <a:pt x="968857" y="537279"/>
                      <a:pt x="968811" y="524405"/>
                      <a:pt x="970269" y="512006"/>
                    </a:cubicBezTo>
                    <a:cubicBezTo>
                      <a:pt x="928791" y="511917"/>
                      <a:pt x="887311" y="511411"/>
                      <a:pt x="845819" y="510400"/>
                    </a:cubicBezTo>
                    <a:cubicBezTo>
                      <a:pt x="751488" y="508007"/>
                      <a:pt x="656726" y="504394"/>
                      <a:pt x="562723" y="496024"/>
                    </a:cubicBezTo>
                    <a:cubicBezTo>
                      <a:pt x="546266" y="494567"/>
                      <a:pt x="527935" y="491445"/>
                      <a:pt x="515611" y="479373"/>
                    </a:cubicBezTo>
                    <a:cubicBezTo>
                      <a:pt x="500714" y="464714"/>
                      <a:pt x="500477" y="442340"/>
                      <a:pt x="498321" y="422879"/>
                    </a:cubicBezTo>
                    <a:cubicBezTo>
                      <a:pt x="493147" y="376227"/>
                      <a:pt x="487483" y="329560"/>
                      <a:pt x="483959" y="282759"/>
                    </a:cubicBezTo>
                    <a:cubicBezTo>
                      <a:pt x="410324" y="282075"/>
                      <a:pt x="336748" y="279771"/>
                      <a:pt x="263261" y="275370"/>
                    </a:cubicBezTo>
                    <a:cubicBezTo>
                      <a:pt x="220206" y="272783"/>
                      <a:pt x="177256" y="269616"/>
                      <a:pt x="134365" y="265751"/>
                    </a:cubicBezTo>
                    <a:cubicBezTo>
                      <a:pt x="92292" y="262035"/>
                      <a:pt x="50174" y="258020"/>
                      <a:pt x="8443" y="251628"/>
                    </a:cubicBezTo>
                    <a:cubicBezTo>
                      <a:pt x="7610" y="251479"/>
                      <a:pt x="6778" y="251375"/>
                      <a:pt x="5945" y="251226"/>
                    </a:cubicBezTo>
                    <a:cubicBezTo>
                      <a:pt x="3165" y="250795"/>
                      <a:pt x="1990" y="248699"/>
                      <a:pt x="2139" y="246647"/>
                    </a:cubicBezTo>
                    <a:cubicBezTo>
                      <a:pt x="2184" y="244105"/>
                      <a:pt x="4191" y="241563"/>
                      <a:pt x="7521" y="241815"/>
                    </a:cubicBezTo>
                    <a:cubicBezTo>
                      <a:pt x="18166" y="242633"/>
                      <a:pt x="28810" y="243362"/>
                      <a:pt x="39470" y="244388"/>
                    </a:cubicBezTo>
                    <a:cubicBezTo>
                      <a:pt x="124880" y="252802"/>
                      <a:pt x="210290" y="259983"/>
                      <a:pt x="295997" y="264190"/>
                    </a:cubicBezTo>
                    <a:cubicBezTo>
                      <a:pt x="381943" y="268338"/>
                      <a:pt x="467977" y="270241"/>
                      <a:pt x="554027" y="269468"/>
                    </a:cubicBezTo>
                    <a:cubicBezTo>
                      <a:pt x="639779" y="268680"/>
                      <a:pt x="725516" y="265498"/>
                      <a:pt x="811074" y="259879"/>
                    </a:cubicBezTo>
                    <a:cubicBezTo>
                      <a:pt x="896633" y="254215"/>
                      <a:pt x="982043" y="246112"/>
                      <a:pt x="1067171" y="235512"/>
                    </a:cubicBezTo>
                    <a:cubicBezTo>
                      <a:pt x="1149935" y="225239"/>
                      <a:pt x="1232416" y="212543"/>
                      <a:pt x="1314511" y="197587"/>
                    </a:cubicBezTo>
                    <a:cubicBezTo>
                      <a:pt x="1307211" y="133927"/>
                      <a:pt x="1298574" y="70014"/>
                      <a:pt x="1294961" y="5997"/>
                    </a:cubicBezTo>
                    <a:cubicBezTo>
                      <a:pt x="1294619" y="-217"/>
                      <a:pt x="1303509" y="-990"/>
                      <a:pt x="1304535" y="5076"/>
                    </a:cubicBezTo>
                    <a:cubicBezTo>
                      <a:pt x="1315670" y="70401"/>
                      <a:pt x="1321484" y="136752"/>
                      <a:pt x="1328962" y="202567"/>
                    </a:cubicBezTo>
                    <a:cubicBezTo>
                      <a:pt x="1329407" y="206537"/>
                      <a:pt x="1326375" y="209465"/>
                      <a:pt x="1322762" y="210149"/>
                    </a:cubicBezTo>
                    <a:cubicBezTo>
                      <a:pt x="1312251" y="212052"/>
                      <a:pt x="1301740" y="213955"/>
                      <a:pt x="1291245" y="215813"/>
                    </a:cubicBezTo>
                    <a:cubicBezTo>
                      <a:pt x="1206413" y="230859"/>
                      <a:pt x="1121108" y="243317"/>
                      <a:pt x="1035505" y="253337"/>
                    </a:cubicBezTo>
                    <a:cubicBezTo>
                      <a:pt x="949901" y="263298"/>
                      <a:pt x="864000" y="270836"/>
                      <a:pt x="777966" y="275816"/>
                    </a:cubicBezTo>
                    <a:cubicBezTo>
                      <a:pt x="692303" y="280752"/>
                      <a:pt x="606551" y="283190"/>
                      <a:pt x="520800" y="283041"/>
                    </a:cubicBezTo>
                    <a:cubicBezTo>
                      <a:pt x="512147" y="283041"/>
                      <a:pt x="503509" y="282893"/>
                      <a:pt x="494856" y="282848"/>
                    </a:cubicBezTo>
                    <a:cubicBezTo>
                      <a:pt x="496418" y="293255"/>
                      <a:pt x="497830" y="303721"/>
                      <a:pt x="499153" y="314173"/>
                    </a:cubicBezTo>
                    <a:cubicBezTo>
                      <a:pt x="501933" y="337082"/>
                      <a:pt x="504580" y="360007"/>
                      <a:pt x="507166" y="382961"/>
                    </a:cubicBezTo>
                    <a:cubicBezTo>
                      <a:pt x="509619" y="405098"/>
                      <a:pt x="510630" y="428008"/>
                      <a:pt x="515031" y="449907"/>
                    </a:cubicBezTo>
                    <a:cubicBezTo>
                      <a:pt x="516844" y="458991"/>
                      <a:pt x="520651" y="467257"/>
                      <a:pt x="528322" y="472876"/>
                    </a:cubicBezTo>
                    <a:cubicBezTo>
                      <a:pt x="535071" y="477752"/>
                      <a:pt x="543515" y="479953"/>
                      <a:pt x="551633" y="481380"/>
                    </a:cubicBezTo>
                    <a:cubicBezTo>
                      <a:pt x="572447" y="484933"/>
                      <a:pt x="594093" y="485230"/>
                      <a:pt x="615115" y="486643"/>
                    </a:cubicBezTo>
                    <a:cubicBezTo>
                      <a:pt x="708419" y="492946"/>
                      <a:pt x="801901" y="496812"/>
                      <a:pt x="895415" y="498328"/>
                    </a:cubicBezTo>
                    <a:cubicBezTo>
                      <a:pt x="988704" y="499785"/>
                      <a:pt x="1082023" y="498923"/>
                      <a:pt x="1175238" y="495637"/>
                    </a:cubicBezTo>
                    <a:cubicBezTo>
                      <a:pt x="1264320" y="492515"/>
                      <a:pt x="1353789" y="488442"/>
                      <a:pt x="1442321" y="477604"/>
                    </a:cubicBezTo>
                    <a:cubicBezTo>
                      <a:pt x="1485019" y="472326"/>
                      <a:pt x="1527597" y="465354"/>
                      <a:pt x="1569463" y="455482"/>
                    </a:cubicBezTo>
                    <a:cubicBezTo>
                      <a:pt x="1611833" y="445506"/>
                      <a:pt x="1653208" y="432156"/>
                      <a:pt x="1694210" y="417661"/>
                    </a:cubicBezTo>
                    <a:cubicBezTo>
                      <a:pt x="1699919" y="415654"/>
                      <a:pt x="1702908" y="423816"/>
                      <a:pt x="1697526" y="42635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46">
                <a:extLst>
                  <a:ext uri="{FF2B5EF4-FFF2-40B4-BE49-F238E27FC236}">
                    <a16:creationId xmlns:a16="http://schemas.microsoft.com/office/drawing/2014/main" id="{A165F36D-9543-68F2-1CA3-B1FD42DB5895}"/>
                  </a:ext>
                </a:extLst>
              </p:cNvPr>
              <p:cNvSpPr/>
              <p:nvPr/>
            </p:nvSpPr>
            <p:spPr>
              <a:xfrm>
                <a:off x="7078007" y="2271710"/>
                <a:ext cx="918120" cy="1286757"/>
              </a:xfrm>
              <a:custGeom>
                <a:avLst/>
                <a:gdLst/>
                <a:ahLst/>
                <a:cxnLst/>
                <a:rect l="l" t="t" r="r" b="b"/>
                <a:pathLst>
                  <a:path w="1224160" h="1715676" extrusionOk="0">
                    <a:moveTo>
                      <a:pt x="1225835" y="426753"/>
                    </a:moveTo>
                    <a:cubicBezTo>
                      <a:pt x="1173801" y="315965"/>
                      <a:pt x="1121811" y="205162"/>
                      <a:pt x="1069733" y="94375"/>
                    </a:cubicBezTo>
                    <a:cubicBezTo>
                      <a:pt x="1055089" y="63273"/>
                      <a:pt x="1040802" y="31934"/>
                      <a:pt x="1023393" y="2260"/>
                    </a:cubicBezTo>
                    <a:cubicBezTo>
                      <a:pt x="1021132" y="-1621"/>
                      <a:pt x="1015231" y="1962"/>
                      <a:pt x="1016672" y="5947"/>
                    </a:cubicBezTo>
                    <a:cubicBezTo>
                      <a:pt x="1027020" y="34491"/>
                      <a:pt x="1040013" y="61920"/>
                      <a:pt x="1052889" y="89394"/>
                    </a:cubicBezTo>
                    <a:cubicBezTo>
                      <a:pt x="1065793" y="116898"/>
                      <a:pt x="1078682" y="144402"/>
                      <a:pt x="1091602" y="171890"/>
                    </a:cubicBezTo>
                    <a:cubicBezTo>
                      <a:pt x="1117633" y="227284"/>
                      <a:pt x="1143650" y="282678"/>
                      <a:pt x="1169667" y="338072"/>
                    </a:cubicBezTo>
                    <a:lnTo>
                      <a:pt x="1211771" y="427704"/>
                    </a:lnTo>
                    <a:cubicBezTo>
                      <a:pt x="1115879" y="521797"/>
                      <a:pt x="1020062" y="615963"/>
                      <a:pt x="924082" y="709966"/>
                    </a:cubicBezTo>
                    <a:cubicBezTo>
                      <a:pt x="896652" y="736816"/>
                      <a:pt x="869238" y="763680"/>
                      <a:pt x="841824" y="790530"/>
                    </a:cubicBezTo>
                    <a:cubicBezTo>
                      <a:pt x="837839" y="794425"/>
                      <a:pt x="841765" y="800134"/>
                      <a:pt x="845971" y="801308"/>
                    </a:cubicBezTo>
                    <a:cubicBezTo>
                      <a:pt x="900562" y="816577"/>
                      <a:pt x="953117" y="838520"/>
                      <a:pt x="1002504" y="866291"/>
                    </a:cubicBezTo>
                    <a:cubicBezTo>
                      <a:pt x="947587" y="917894"/>
                      <a:pt x="896340" y="973318"/>
                      <a:pt x="849599" y="1032443"/>
                    </a:cubicBezTo>
                    <a:cubicBezTo>
                      <a:pt x="800895" y="1094081"/>
                      <a:pt x="756875" y="1159451"/>
                      <a:pt x="718220" y="1227853"/>
                    </a:cubicBezTo>
                    <a:cubicBezTo>
                      <a:pt x="703220" y="1254361"/>
                      <a:pt x="689186" y="1281433"/>
                      <a:pt x="676222" y="1309012"/>
                    </a:cubicBezTo>
                    <a:cubicBezTo>
                      <a:pt x="673011" y="1229162"/>
                      <a:pt x="669115" y="1149356"/>
                      <a:pt x="664313" y="1069610"/>
                    </a:cubicBezTo>
                    <a:cubicBezTo>
                      <a:pt x="660701" y="1009816"/>
                      <a:pt x="658203" y="949457"/>
                      <a:pt x="649789" y="890108"/>
                    </a:cubicBezTo>
                    <a:cubicBezTo>
                      <a:pt x="649090" y="885262"/>
                      <a:pt x="642325" y="886064"/>
                      <a:pt x="642341" y="890837"/>
                    </a:cubicBezTo>
                    <a:cubicBezTo>
                      <a:pt x="642400" y="944387"/>
                      <a:pt x="646889" y="998012"/>
                      <a:pt x="649952" y="1051458"/>
                    </a:cubicBezTo>
                    <a:cubicBezTo>
                      <a:pt x="652984" y="1104533"/>
                      <a:pt x="655854" y="1157622"/>
                      <a:pt x="658367" y="1210712"/>
                    </a:cubicBezTo>
                    <a:cubicBezTo>
                      <a:pt x="660061" y="1246481"/>
                      <a:pt x="661563" y="1282251"/>
                      <a:pt x="662990" y="1318021"/>
                    </a:cubicBezTo>
                    <a:cubicBezTo>
                      <a:pt x="652895" y="1295096"/>
                      <a:pt x="641449" y="1272766"/>
                      <a:pt x="629703" y="1250689"/>
                    </a:cubicBezTo>
                    <a:cubicBezTo>
                      <a:pt x="612249" y="1217922"/>
                      <a:pt x="593607" y="1185795"/>
                      <a:pt x="573715" y="1154441"/>
                    </a:cubicBezTo>
                    <a:cubicBezTo>
                      <a:pt x="534184" y="1092119"/>
                      <a:pt x="489895" y="1032800"/>
                      <a:pt x="441310" y="977258"/>
                    </a:cubicBezTo>
                    <a:cubicBezTo>
                      <a:pt x="415531" y="947777"/>
                      <a:pt x="388473" y="919411"/>
                      <a:pt x="360405" y="892100"/>
                    </a:cubicBezTo>
                    <a:cubicBezTo>
                      <a:pt x="394554" y="858204"/>
                      <a:pt x="428733" y="824382"/>
                      <a:pt x="462749" y="790366"/>
                    </a:cubicBezTo>
                    <a:cubicBezTo>
                      <a:pt x="464815" y="788285"/>
                      <a:pt x="464518" y="784405"/>
                      <a:pt x="462912" y="782219"/>
                    </a:cubicBezTo>
                    <a:cubicBezTo>
                      <a:pt x="412187" y="712211"/>
                      <a:pt x="358502" y="644433"/>
                      <a:pt x="301339" y="579569"/>
                    </a:cubicBezTo>
                    <a:cubicBezTo>
                      <a:pt x="244607" y="515211"/>
                      <a:pt x="184708" y="453617"/>
                      <a:pt x="121881" y="395190"/>
                    </a:cubicBezTo>
                    <a:cubicBezTo>
                      <a:pt x="87687" y="363405"/>
                      <a:pt x="52602" y="332690"/>
                      <a:pt x="16594" y="302986"/>
                    </a:cubicBezTo>
                    <a:cubicBezTo>
                      <a:pt x="82543" y="230302"/>
                      <a:pt x="149489" y="158510"/>
                      <a:pt x="215453" y="85826"/>
                    </a:cubicBezTo>
                    <a:cubicBezTo>
                      <a:pt x="234483" y="64849"/>
                      <a:pt x="253379" y="43783"/>
                      <a:pt x="271665" y="22151"/>
                    </a:cubicBezTo>
                    <a:cubicBezTo>
                      <a:pt x="274936" y="18286"/>
                      <a:pt x="269078" y="13885"/>
                      <a:pt x="265659" y="17334"/>
                    </a:cubicBezTo>
                    <a:cubicBezTo>
                      <a:pt x="230291" y="52822"/>
                      <a:pt x="196647" y="89974"/>
                      <a:pt x="162691" y="126799"/>
                    </a:cubicBezTo>
                    <a:cubicBezTo>
                      <a:pt x="128780" y="163595"/>
                      <a:pt x="94868" y="200435"/>
                      <a:pt x="61031" y="237305"/>
                    </a:cubicBezTo>
                    <a:cubicBezTo>
                      <a:pt x="41853" y="258178"/>
                      <a:pt x="22749" y="279125"/>
                      <a:pt x="3437" y="299879"/>
                    </a:cubicBezTo>
                    <a:cubicBezTo>
                      <a:pt x="1222" y="302258"/>
                      <a:pt x="2054" y="306257"/>
                      <a:pt x="4359" y="308190"/>
                    </a:cubicBezTo>
                    <a:cubicBezTo>
                      <a:pt x="69788" y="363450"/>
                      <a:pt x="132912" y="421475"/>
                      <a:pt x="193019" y="482489"/>
                    </a:cubicBezTo>
                    <a:cubicBezTo>
                      <a:pt x="253274" y="543636"/>
                      <a:pt x="310438" y="607846"/>
                      <a:pt x="364345" y="674658"/>
                    </a:cubicBezTo>
                    <a:cubicBezTo>
                      <a:pt x="393514" y="710799"/>
                      <a:pt x="421716" y="747758"/>
                      <a:pt x="448774" y="785505"/>
                    </a:cubicBezTo>
                    <a:cubicBezTo>
                      <a:pt x="414268" y="819535"/>
                      <a:pt x="379910" y="853729"/>
                      <a:pt x="345509" y="887863"/>
                    </a:cubicBezTo>
                    <a:cubicBezTo>
                      <a:pt x="342743" y="890614"/>
                      <a:pt x="344185" y="895118"/>
                      <a:pt x="346564" y="897408"/>
                    </a:cubicBezTo>
                    <a:cubicBezTo>
                      <a:pt x="452015" y="998933"/>
                      <a:pt x="541885" y="1116813"/>
                      <a:pt x="611744" y="1245441"/>
                    </a:cubicBezTo>
                    <a:cubicBezTo>
                      <a:pt x="629109" y="1277420"/>
                      <a:pt x="644585" y="1310305"/>
                      <a:pt x="661043" y="1342700"/>
                    </a:cubicBezTo>
                    <a:cubicBezTo>
                      <a:pt x="660418" y="1344142"/>
                      <a:pt x="659749" y="1345569"/>
                      <a:pt x="659139" y="1346996"/>
                    </a:cubicBezTo>
                    <a:cubicBezTo>
                      <a:pt x="657564" y="1350772"/>
                      <a:pt x="661295" y="1353553"/>
                      <a:pt x="664313" y="1352705"/>
                    </a:cubicBezTo>
                    <a:cubicBezTo>
                      <a:pt x="666528" y="1412009"/>
                      <a:pt x="668402" y="1471343"/>
                      <a:pt x="669844" y="1530676"/>
                    </a:cubicBezTo>
                    <a:cubicBezTo>
                      <a:pt x="671301" y="1590694"/>
                      <a:pt x="671702" y="1650756"/>
                      <a:pt x="673472" y="1710759"/>
                    </a:cubicBezTo>
                    <a:cubicBezTo>
                      <a:pt x="673724" y="1718995"/>
                      <a:pt x="686004" y="1717508"/>
                      <a:pt x="686064" y="1709539"/>
                    </a:cubicBezTo>
                    <a:cubicBezTo>
                      <a:pt x="686851" y="1602870"/>
                      <a:pt x="682897" y="1496007"/>
                      <a:pt x="679210" y="1389411"/>
                    </a:cubicBezTo>
                    <a:cubicBezTo>
                      <a:pt x="678526" y="1369758"/>
                      <a:pt x="677768" y="1350089"/>
                      <a:pt x="677024" y="1330435"/>
                    </a:cubicBezTo>
                    <a:cubicBezTo>
                      <a:pt x="708914" y="1267592"/>
                      <a:pt x="743152" y="1206044"/>
                      <a:pt x="782163" y="1147260"/>
                    </a:cubicBezTo>
                    <a:cubicBezTo>
                      <a:pt x="824905" y="1082872"/>
                      <a:pt x="872524" y="1021784"/>
                      <a:pt x="924379" y="964487"/>
                    </a:cubicBezTo>
                    <a:cubicBezTo>
                      <a:pt x="954024" y="931735"/>
                      <a:pt x="985110" y="900262"/>
                      <a:pt x="1017535" y="870246"/>
                    </a:cubicBezTo>
                    <a:cubicBezTo>
                      <a:pt x="1021400" y="866678"/>
                      <a:pt x="1020866" y="861489"/>
                      <a:pt x="1016286" y="858813"/>
                    </a:cubicBezTo>
                    <a:cubicBezTo>
                      <a:pt x="966958" y="830165"/>
                      <a:pt x="914404" y="807716"/>
                      <a:pt x="859768" y="791541"/>
                    </a:cubicBezTo>
                    <a:cubicBezTo>
                      <a:pt x="953994" y="698920"/>
                      <a:pt x="1048324" y="606389"/>
                      <a:pt x="1142654" y="513843"/>
                    </a:cubicBezTo>
                    <a:cubicBezTo>
                      <a:pt x="1170054" y="486979"/>
                      <a:pt x="1197438" y="460099"/>
                      <a:pt x="1224824" y="433220"/>
                    </a:cubicBezTo>
                    <a:cubicBezTo>
                      <a:pt x="1226340" y="431748"/>
                      <a:pt x="1226711" y="428626"/>
                      <a:pt x="1225835" y="42675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46">
                <a:extLst>
                  <a:ext uri="{FF2B5EF4-FFF2-40B4-BE49-F238E27FC236}">
                    <a16:creationId xmlns:a16="http://schemas.microsoft.com/office/drawing/2014/main" id="{9E085F88-175C-F43E-E543-5C66619B51C4}"/>
                  </a:ext>
                </a:extLst>
              </p:cNvPr>
              <p:cNvSpPr/>
              <p:nvPr/>
            </p:nvSpPr>
            <p:spPr>
              <a:xfrm>
                <a:off x="8102313" y="2521591"/>
                <a:ext cx="127301" cy="723418"/>
              </a:xfrm>
              <a:custGeom>
                <a:avLst/>
                <a:gdLst/>
                <a:ahLst/>
                <a:cxnLst/>
                <a:rect l="l" t="t" r="r" b="b"/>
                <a:pathLst>
                  <a:path w="169734" h="964558" extrusionOk="0">
                    <a:moveTo>
                      <a:pt x="164030" y="3133"/>
                    </a:moveTo>
                    <a:cubicBezTo>
                      <a:pt x="152478" y="32986"/>
                      <a:pt x="141239" y="62749"/>
                      <a:pt x="131382" y="93241"/>
                    </a:cubicBezTo>
                    <a:cubicBezTo>
                      <a:pt x="121600" y="123525"/>
                      <a:pt x="112486" y="154017"/>
                      <a:pt x="103908" y="184657"/>
                    </a:cubicBezTo>
                    <a:cubicBezTo>
                      <a:pt x="86841" y="245567"/>
                      <a:pt x="71855" y="307056"/>
                      <a:pt x="59025" y="369007"/>
                    </a:cubicBezTo>
                    <a:cubicBezTo>
                      <a:pt x="33172" y="493665"/>
                      <a:pt x="15867" y="620033"/>
                      <a:pt x="7333" y="747056"/>
                    </a:cubicBezTo>
                    <a:cubicBezTo>
                      <a:pt x="4955" y="782261"/>
                      <a:pt x="3274" y="817569"/>
                      <a:pt x="2575" y="852848"/>
                    </a:cubicBezTo>
                    <a:cubicBezTo>
                      <a:pt x="1848" y="889079"/>
                      <a:pt x="2799" y="925176"/>
                      <a:pt x="3825" y="961376"/>
                    </a:cubicBezTo>
                    <a:cubicBezTo>
                      <a:pt x="3988" y="967011"/>
                      <a:pt x="12344" y="965985"/>
                      <a:pt x="12402" y="960529"/>
                    </a:cubicBezTo>
                    <a:cubicBezTo>
                      <a:pt x="13087" y="897092"/>
                      <a:pt x="16164" y="833447"/>
                      <a:pt x="19999" y="770129"/>
                    </a:cubicBezTo>
                    <a:cubicBezTo>
                      <a:pt x="23820" y="706990"/>
                      <a:pt x="29826" y="643984"/>
                      <a:pt x="37884" y="581246"/>
                    </a:cubicBezTo>
                    <a:cubicBezTo>
                      <a:pt x="53926" y="456528"/>
                      <a:pt x="78367" y="332910"/>
                      <a:pt x="110865" y="211463"/>
                    </a:cubicBezTo>
                    <a:cubicBezTo>
                      <a:pt x="120098" y="176986"/>
                      <a:pt x="130059" y="142733"/>
                      <a:pt x="140436" y="108599"/>
                    </a:cubicBezTo>
                    <a:cubicBezTo>
                      <a:pt x="150784" y="74583"/>
                      <a:pt x="160952" y="40419"/>
                      <a:pt x="171820" y="6597"/>
                    </a:cubicBezTo>
                    <a:cubicBezTo>
                      <a:pt x="173455" y="1498"/>
                      <a:pt x="166052" y="-2070"/>
                      <a:pt x="164030" y="313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46">
                <a:extLst>
                  <a:ext uri="{FF2B5EF4-FFF2-40B4-BE49-F238E27FC236}">
                    <a16:creationId xmlns:a16="http://schemas.microsoft.com/office/drawing/2014/main" id="{7380B422-9A0C-55DB-B75D-AE87608816B0}"/>
                  </a:ext>
                </a:extLst>
              </p:cNvPr>
              <p:cNvSpPr/>
              <p:nvPr/>
            </p:nvSpPr>
            <p:spPr>
              <a:xfrm>
                <a:off x="7754880" y="2969170"/>
                <a:ext cx="156451" cy="442421"/>
              </a:xfrm>
              <a:custGeom>
                <a:avLst/>
                <a:gdLst/>
                <a:ahLst/>
                <a:cxnLst/>
                <a:rect l="l" t="t" r="r" b="b"/>
                <a:pathLst>
                  <a:path w="208602" h="589895" extrusionOk="0">
                    <a:moveTo>
                      <a:pt x="208692" y="581941"/>
                    </a:moveTo>
                    <a:cubicBezTo>
                      <a:pt x="192190" y="572471"/>
                      <a:pt x="176163" y="563135"/>
                      <a:pt x="160895" y="551673"/>
                    </a:cubicBezTo>
                    <a:cubicBezTo>
                      <a:pt x="145508" y="540136"/>
                      <a:pt x="131355" y="527187"/>
                      <a:pt x="118287" y="513078"/>
                    </a:cubicBezTo>
                    <a:cubicBezTo>
                      <a:pt x="92300" y="485054"/>
                      <a:pt x="71427" y="452600"/>
                      <a:pt x="55519" y="417901"/>
                    </a:cubicBezTo>
                    <a:cubicBezTo>
                      <a:pt x="18798" y="337843"/>
                      <a:pt x="11885" y="248344"/>
                      <a:pt x="20671" y="161551"/>
                    </a:cubicBezTo>
                    <a:cubicBezTo>
                      <a:pt x="23377" y="134910"/>
                      <a:pt x="27718" y="108492"/>
                      <a:pt x="32520" y="82148"/>
                    </a:cubicBezTo>
                    <a:cubicBezTo>
                      <a:pt x="34898" y="69139"/>
                      <a:pt x="37471" y="56145"/>
                      <a:pt x="40088" y="43181"/>
                    </a:cubicBezTo>
                    <a:cubicBezTo>
                      <a:pt x="42718" y="30218"/>
                      <a:pt x="46272" y="16986"/>
                      <a:pt x="47030" y="3784"/>
                    </a:cubicBezTo>
                    <a:cubicBezTo>
                      <a:pt x="47194" y="1019"/>
                      <a:pt x="43001" y="-661"/>
                      <a:pt x="41619" y="2030"/>
                    </a:cubicBezTo>
                    <a:cubicBezTo>
                      <a:pt x="36162" y="12675"/>
                      <a:pt x="32907" y="24583"/>
                      <a:pt x="29636" y="36075"/>
                    </a:cubicBezTo>
                    <a:cubicBezTo>
                      <a:pt x="26291" y="47820"/>
                      <a:pt x="23184" y="59595"/>
                      <a:pt x="20492" y="71503"/>
                    </a:cubicBezTo>
                    <a:cubicBezTo>
                      <a:pt x="15126" y="95186"/>
                      <a:pt x="10948" y="119106"/>
                      <a:pt x="7856" y="143191"/>
                    </a:cubicBezTo>
                    <a:cubicBezTo>
                      <a:pt x="1627" y="191627"/>
                      <a:pt x="169" y="240643"/>
                      <a:pt x="5492" y="289258"/>
                    </a:cubicBezTo>
                    <a:cubicBezTo>
                      <a:pt x="14383" y="370728"/>
                      <a:pt x="44830" y="450608"/>
                      <a:pt x="98722" y="513063"/>
                    </a:cubicBezTo>
                    <a:cubicBezTo>
                      <a:pt x="126895" y="545711"/>
                      <a:pt x="163497" y="576069"/>
                      <a:pt x="204737" y="590312"/>
                    </a:cubicBezTo>
                    <a:cubicBezTo>
                      <a:pt x="209674" y="592021"/>
                      <a:pt x="213330" y="584618"/>
                      <a:pt x="208692" y="5819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46">
                <a:extLst>
                  <a:ext uri="{FF2B5EF4-FFF2-40B4-BE49-F238E27FC236}">
                    <a16:creationId xmlns:a16="http://schemas.microsoft.com/office/drawing/2014/main" id="{B68A26D0-5EFB-DC1B-5764-53895CCCFA39}"/>
                  </a:ext>
                </a:extLst>
              </p:cNvPr>
              <p:cNvSpPr/>
              <p:nvPr/>
            </p:nvSpPr>
            <p:spPr>
              <a:xfrm>
                <a:off x="7883105" y="3384757"/>
                <a:ext cx="64316" cy="45929"/>
              </a:xfrm>
              <a:custGeom>
                <a:avLst/>
                <a:gdLst/>
                <a:ahLst/>
                <a:cxnLst/>
                <a:rect l="l" t="t" r="r" b="b"/>
                <a:pathLst>
                  <a:path w="85755" h="61239" extrusionOk="0">
                    <a:moveTo>
                      <a:pt x="86988" y="45622"/>
                    </a:moveTo>
                    <a:cubicBezTo>
                      <a:pt x="81889" y="60578"/>
                      <a:pt x="59009" y="66317"/>
                      <a:pt x="35906" y="58437"/>
                    </a:cubicBezTo>
                    <a:cubicBezTo>
                      <a:pt x="12773" y="50573"/>
                      <a:pt x="-1826" y="32048"/>
                      <a:pt x="3259" y="17092"/>
                    </a:cubicBezTo>
                    <a:cubicBezTo>
                      <a:pt x="8357" y="2136"/>
                      <a:pt x="31237" y="-3617"/>
                      <a:pt x="54355" y="4262"/>
                    </a:cubicBezTo>
                    <a:cubicBezTo>
                      <a:pt x="77489" y="12157"/>
                      <a:pt x="92088" y="30666"/>
                      <a:pt x="86988" y="456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46">
                <a:extLst>
                  <a:ext uri="{FF2B5EF4-FFF2-40B4-BE49-F238E27FC236}">
                    <a16:creationId xmlns:a16="http://schemas.microsoft.com/office/drawing/2014/main" id="{EB91E65C-5E3B-67D3-45E2-7FAD1780FC81}"/>
                  </a:ext>
                </a:extLst>
              </p:cNvPr>
              <p:cNvSpPr/>
              <p:nvPr/>
            </p:nvSpPr>
            <p:spPr>
              <a:xfrm>
                <a:off x="7786547" y="3030866"/>
                <a:ext cx="282997" cy="364532"/>
              </a:xfrm>
              <a:custGeom>
                <a:avLst/>
                <a:gdLst/>
                <a:ahLst/>
                <a:cxnLst/>
                <a:rect l="l" t="t" r="r" b="b"/>
                <a:pathLst>
                  <a:path w="377329" h="486043" extrusionOk="0">
                    <a:moveTo>
                      <a:pt x="5950" y="477208"/>
                    </a:moveTo>
                    <a:cubicBezTo>
                      <a:pt x="24816" y="474651"/>
                      <a:pt x="43176" y="472050"/>
                      <a:pt x="61626" y="467188"/>
                    </a:cubicBezTo>
                    <a:cubicBezTo>
                      <a:pt x="80239" y="462297"/>
                      <a:pt x="98228" y="455637"/>
                      <a:pt x="115652" y="447489"/>
                    </a:cubicBezTo>
                    <a:cubicBezTo>
                      <a:pt x="150278" y="431329"/>
                      <a:pt x="181824" y="409118"/>
                      <a:pt x="209641" y="382982"/>
                    </a:cubicBezTo>
                    <a:cubicBezTo>
                      <a:pt x="273836" y="322652"/>
                      <a:pt x="313961" y="242357"/>
                      <a:pt x="338522" y="158671"/>
                    </a:cubicBezTo>
                    <a:cubicBezTo>
                      <a:pt x="346058" y="132951"/>
                      <a:pt x="351991" y="106860"/>
                      <a:pt x="357462" y="80650"/>
                    </a:cubicBezTo>
                    <a:cubicBezTo>
                      <a:pt x="360152" y="67701"/>
                      <a:pt x="362680" y="54707"/>
                      <a:pt x="365133" y="41714"/>
                    </a:cubicBezTo>
                    <a:cubicBezTo>
                      <a:pt x="367601" y="28705"/>
                      <a:pt x="369266" y="15102"/>
                      <a:pt x="373563" y="2584"/>
                    </a:cubicBezTo>
                    <a:cubicBezTo>
                      <a:pt x="374455" y="-32"/>
                      <a:pt x="378959" y="-18"/>
                      <a:pt x="379227" y="3000"/>
                    </a:cubicBezTo>
                    <a:cubicBezTo>
                      <a:pt x="380267" y="14924"/>
                      <a:pt x="378810" y="27174"/>
                      <a:pt x="377503" y="39067"/>
                    </a:cubicBezTo>
                    <a:cubicBezTo>
                      <a:pt x="376164" y="51184"/>
                      <a:pt x="374603" y="63285"/>
                      <a:pt x="372611" y="75313"/>
                    </a:cubicBezTo>
                    <a:cubicBezTo>
                      <a:pt x="368656" y="99278"/>
                      <a:pt x="363528" y="123006"/>
                      <a:pt x="357313" y="146465"/>
                    </a:cubicBezTo>
                    <a:cubicBezTo>
                      <a:pt x="344825" y="193697"/>
                      <a:pt x="327714" y="239651"/>
                      <a:pt x="304476" y="282676"/>
                    </a:cubicBezTo>
                    <a:cubicBezTo>
                      <a:pt x="265510" y="354780"/>
                      <a:pt x="207217" y="417295"/>
                      <a:pt x="133760" y="454863"/>
                    </a:cubicBezTo>
                    <a:cubicBezTo>
                      <a:pt x="95389" y="474473"/>
                      <a:pt x="50030" y="488805"/>
                      <a:pt x="6470" y="486471"/>
                    </a:cubicBezTo>
                    <a:cubicBezTo>
                      <a:pt x="1252" y="486188"/>
                      <a:pt x="643" y="477937"/>
                      <a:pt x="5950" y="4772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46">
                <a:extLst>
                  <a:ext uri="{FF2B5EF4-FFF2-40B4-BE49-F238E27FC236}">
                    <a16:creationId xmlns:a16="http://schemas.microsoft.com/office/drawing/2014/main" id="{FE1B19D3-AE76-1CB0-AC9D-5DDD212F9BD2}"/>
                  </a:ext>
                </a:extLst>
              </p:cNvPr>
              <p:cNvSpPr/>
              <p:nvPr/>
            </p:nvSpPr>
            <p:spPr>
              <a:xfrm>
                <a:off x="7750071" y="3367082"/>
                <a:ext cx="66278" cy="43024"/>
              </a:xfrm>
              <a:custGeom>
                <a:avLst/>
                <a:gdLst/>
                <a:ahLst/>
                <a:cxnLst/>
                <a:rect l="l" t="t" r="r" b="b"/>
                <a:pathLst>
                  <a:path w="88371" h="57365" extrusionOk="0">
                    <a:moveTo>
                      <a:pt x="2242" y="26859"/>
                    </a:moveTo>
                    <a:cubicBezTo>
                      <a:pt x="1334" y="42618"/>
                      <a:pt x="20364" y="56563"/>
                      <a:pt x="44761" y="57975"/>
                    </a:cubicBezTo>
                    <a:cubicBezTo>
                      <a:pt x="69127" y="59388"/>
                      <a:pt x="89643" y="47747"/>
                      <a:pt x="90551" y="31973"/>
                    </a:cubicBezTo>
                    <a:cubicBezTo>
                      <a:pt x="91457" y="16185"/>
                      <a:pt x="72443" y="2254"/>
                      <a:pt x="48046" y="842"/>
                    </a:cubicBezTo>
                    <a:cubicBezTo>
                      <a:pt x="23679" y="-570"/>
                      <a:pt x="3164" y="11070"/>
                      <a:pt x="2242" y="2685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46">
                <a:extLst>
                  <a:ext uri="{FF2B5EF4-FFF2-40B4-BE49-F238E27FC236}">
                    <a16:creationId xmlns:a16="http://schemas.microsoft.com/office/drawing/2014/main" id="{F176054E-FBB0-D684-B644-6A51D6C65F3B}"/>
                  </a:ext>
                </a:extLst>
              </p:cNvPr>
              <p:cNvSpPr/>
              <p:nvPr/>
            </p:nvSpPr>
            <p:spPr>
              <a:xfrm>
                <a:off x="8014855" y="2345804"/>
                <a:ext cx="33960" cy="249384"/>
              </a:xfrm>
              <a:custGeom>
                <a:avLst/>
                <a:gdLst/>
                <a:ahLst/>
                <a:cxnLst/>
                <a:rect l="l" t="t" r="r" b="b"/>
                <a:pathLst>
                  <a:path w="45280" h="332512" extrusionOk="0">
                    <a:moveTo>
                      <a:pt x="43759" y="16105"/>
                    </a:moveTo>
                    <a:cubicBezTo>
                      <a:pt x="49617" y="88373"/>
                      <a:pt x="50361" y="190687"/>
                      <a:pt x="33888" y="325113"/>
                    </a:cubicBezTo>
                    <a:cubicBezTo>
                      <a:pt x="33546" y="327700"/>
                      <a:pt x="33263" y="330346"/>
                      <a:pt x="32907" y="332978"/>
                    </a:cubicBezTo>
                    <a:lnTo>
                      <a:pt x="2281" y="329171"/>
                    </a:lnTo>
                    <a:cubicBezTo>
                      <a:pt x="2668" y="326139"/>
                      <a:pt x="2994" y="323106"/>
                      <a:pt x="3351" y="320162"/>
                    </a:cubicBezTo>
                    <a:cubicBezTo>
                      <a:pt x="20746" y="177307"/>
                      <a:pt x="18099" y="71232"/>
                      <a:pt x="11023" y="465"/>
                    </a:cubicBezTo>
                    <a:lnTo>
                      <a:pt x="43759" y="161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46">
                <a:extLst>
                  <a:ext uri="{FF2B5EF4-FFF2-40B4-BE49-F238E27FC236}">
                    <a16:creationId xmlns:a16="http://schemas.microsoft.com/office/drawing/2014/main" id="{1E101C93-B47B-2610-D79D-8D1258DB093B}"/>
                  </a:ext>
                </a:extLst>
              </p:cNvPr>
              <p:cNvSpPr/>
              <p:nvPr/>
            </p:nvSpPr>
            <p:spPr>
              <a:xfrm>
                <a:off x="7758869" y="2580615"/>
                <a:ext cx="344115" cy="506350"/>
              </a:xfrm>
              <a:custGeom>
                <a:avLst/>
                <a:gdLst/>
                <a:ahLst/>
                <a:cxnLst/>
                <a:rect l="l" t="t" r="r" b="b"/>
                <a:pathLst>
                  <a:path w="458820" h="675133" extrusionOk="0">
                    <a:moveTo>
                      <a:pt x="420427" y="675702"/>
                    </a:moveTo>
                    <a:lnTo>
                      <a:pt x="390203" y="669294"/>
                    </a:lnTo>
                    <a:cubicBezTo>
                      <a:pt x="485842" y="217402"/>
                      <a:pt x="381996" y="66325"/>
                      <a:pt x="355266" y="36219"/>
                    </a:cubicBezTo>
                    <a:cubicBezTo>
                      <a:pt x="121693" y="136303"/>
                      <a:pt x="33517" y="599688"/>
                      <a:pt x="32625" y="604416"/>
                    </a:cubicBezTo>
                    <a:lnTo>
                      <a:pt x="2252" y="598796"/>
                    </a:lnTo>
                    <a:cubicBezTo>
                      <a:pt x="5984" y="578547"/>
                      <a:pt x="96791" y="101559"/>
                      <a:pt x="353393" y="3661"/>
                    </a:cubicBezTo>
                    <a:lnTo>
                      <a:pt x="361495" y="568"/>
                    </a:lnTo>
                    <a:lnTo>
                      <a:pt x="368349" y="5876"/>
                    </a:lnTo>
                    <a:cubicBezTo>
                      <a:pt x="375142" y="11139"/>
                      <a:pt x="533638" y="140822"/>
                      <a:pt x="420427" y="6757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46">
                <a:extLst>
                  <a:ext uri="{FF2B5EF4-FFF2-40B4-BE49-F238E27FC236}">
                    <a16:creationId xmlns:a16="http://schemas.microsoft.com/office/drawing/2014/main" id="{133A5A2E-0963-BABA-2E22-357951DCFD1E}"/>
                  </a:ext>
                </a:extLst>
              </p:cNvPr>
              <p:cNvSpPr/>
              <p:nvPr/>
            </p:nvSpPr>
            <p:spPr>
              <a:xfrm>
                <a:off x="7021934" y="2345704"/>
                <a:ext cx="61750" cy="613603"/>
              </a:xfrm>
              <a:custGeom>
                <a:avLst/>
                <a:gdLst/>
                <a:ahLst/>
                <a:cxnLst/>
                <a:rect l="l" t="t" r="r" b="b"/>
                <a:pathLst>
                  <a:path w="82333" h="818137" extrusionOk="0">
                    <a:moveTo>
                      <a:pt x="71819" y="772419"/>
                    </a:moveTo>
                    <a:cubicBezTo>
                      <a:pt x="75476" y="796652"/>
                      <a:pt x="78019" y="810641"/>
                      <a:pt x="78182" y="811504"/>
                    </a:cubicBezTo>
                    <a:lnTo>
                      <a:pt x="39871" y="818655"/>
                    </a:lnTo>
                    <a:cubicBezTo>
                      <a:pt x="39231" y="815325"/>
                      <a:pt x="36748" y="801692"/>
                      <a:pt x="33314" y="779763"/>
                    </a:cubicBezTo>
                    <a:cubicBezTo>
                      <a:pt x="30920" y="764599"/>
                      <a:pt x="28141" y="745495"/>
                      <a:pt x="25152" y="723016"/>
                    </a:cubicBezTo>
                    <a:cubicBezTo>
                      <a:pt x="5231" y="571999"/>
                      <a:pt x="-21114" y="270469"/>
                      <a:pt x="39766" y="16439"/>
                    </a:cubicBezTo>
                    <a:cubicBezTo>
                      <a:pt x="54766" y="10968"/>
                      <a:pt x="69663" y="5646"/>
                      <a:pt x="84337" y="517"/>
                    </a:cubicBezTo>
                    <a:cubicBezTo>
                      <a:pt x="18611" y="247797"/>
                      <a:pt x="43765" y="556299"/>
                      <a:pt x="63464" y="711881"/>
                    </a:cubicBezTo>
                    <a:cubicBezTo>
                      <a:pt x="66496" y="736025"/>
                      <a:pt x="69381" y="756437"/>
                      <a:pt x="71819" y="7724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46">
                <a:extLst>
                  <a:ext uri="{FF2B5EF4-FFF2-40B4-BE49-F238E27FC236}">
                    <a16:creationId xmlns:a16="http://schemas.microsoft.com/office/drawing/2014/main" id="{799BAC09-8844-040D-24A0-4AE07164903F}"/>
                  </a:ext>
                </a:extLst>
              </p:cNvPr>
              <p:cNvSpPr/>
              <p:nvPr/>
            </p:nvSpPr>
            <p:spPr>
              <a:xfrm>
                <a:off x="6994259" y="2879076"/>
                <a:ext cx="169118" cy="200881"/>
              </a:xfrm>
              <a:custGeom>
                <a:avLst/>
                <a:gdLst/>
                <a:ahLst/>
                <a:cxnLst/>
                <a:rect l="l" t="t" r="r" b="b"/>
                <a:pathLst>
                  <a:path w="225491" h="267842" extrusionOk="0">
                    <a:moveTo>
                      <a:pt x="224255" y="112372"/>
                    </a:moveTo>
                    <a:cubicBezTo>
                      <a:pt x="239033" y="185294"/>
                      <a:pt x="201955" y="254350"/>
                      <a:pt x="141477" y="266586"/>
                    </a:cubicBezTo>
                    <a:cubicBezTo>
                      <a:pt x="81013" y="278821"/>
                      <a:pt x="20015" y="229627"/>
                      <a:pt x="5252" y="156705"/>
                    </a:cubicBezTo>
                    <a:cubicBezTo>
                      <a:pt x="-9511" y="83768"/>
                      <a:pt x="27552" y="14726"/>
                      <a:pt x="88030" y="2476"/>
                    </a:cubicBezTo>
                    <a:cubicBezTo>
                      <a:pt x="148508" y="-9759"/>
                      <a:pt x="209493" y="39450"/>
                      <a:pt x="224255" y="11237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46">
                <a:extLst>
                  <a:ext uri="{FF2B5EF4-FFF2-40B4-BE49-F238E27FC236}">
                    <a16:creationId xmlns:a16="http://schemas.microsoft.com/office/drawing/2014/main" id="{3B902FE1-EBAF-2FD1-E4B7-814BF7F2592D}"/>
                  </a:ext>
                </a:extLst>
              </p:cNvPr>
              <p:cNvSpPr/>
              <p:nvPr/>
            </p:nvSpPr>
            <p:spPr>
              <a:xfrm>
                <a:off x="7023076" y="2923853"/>
                <a:ext cx="93868" cy="111495"/>
              </a:xfrm>
              <a:custGeom>
                <a:avLst/>
                <a:gdLst/>
                <a:ahLst/>
                <a:cxnLst/>
                <a:rect l="l" t="t" r="r" b="b"/>
                <a:pathLst>
                  <a:path w="125157" h="148660" extrusionOk="0">
                    <a:moveTo>
                      <a:pt x="125367" y="62646"/>
                    </a:moveTo>
                    <a:cubicBezTo>
                      <a:pt x="133559" y="103128"/>
                      <a:pt x="112983" y="141440"/>
                      <a:pt x="79414" y="148234"/>
                    </a:cubicBezTo>
                    <a:cubicBezTo>
                      <a:pt x="45844" y="155028"/>
                      <a:pt x="12007" y="127718"/>
                      <a:pt x="3801" y="87235"/>
                    </a:cubicBezTo>
                    <a:cubicBezTo>
                      <a:pt x="-4376" y="46768"/>
                      <a:pt x="16185" y="8441"/>
                      <a:pt x="49754" y="1647"/>
                    </a:cubicBezTo>
                    <a:cubicBezTo>
                      <a:pt x="83324" y="-5148"/>
                      <a:pt x="117176" y="22163"/>
                      <a:pt x="125367" y="626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46">
                <a:extLst>
                  <a:ext uri="{FF2B5EF4-FFF2-40B4-BE49-F238E27FC236}">
                    <a16:creationId xmlns:a16="http://schemas.microsoft.com/office/drawing/2014/main" id="{656AD9B7-4FBE-0516-00E9-EC81D59C7A22}"/>
                  </a:ext>
                </a:extLst>
              </p:cNvPr>
              <p:cNvSpPr/>
              <p:nvPr/>
            </p:nvSpPr>
            <p:spPr>
              <a:xfrm>
                <a:off x="7473905" y="3340475"/>
                <a:ext cx="58326" cy="108323"/>
              </a:xfrm>
              <a:custGeom>
                <a:avLst/>
                <a:gdLst/>
                <a:ahLst/>
                <a:cxnLst/>
                <a:rect l="l" t="t" r="r" b="b"/>
                <a:pathLst>
                  <a:path w="77768" h="144431" extrusionOk="0">
                    <a:moveTo>
                      <a:pt x="79900" y="72951"/>
                    </a:moveTo>
                    <a:cubicBezTo>
                      <a:pt x="79900" y="112824"/>
                      <a:pt x="62490" y="145159"/>
                      <a:pt x="41008" y="145159"/>
                    </a:cubicBezTo>
                    <a:cubicBezTo>
                      <a:pt x="19540" y="145159"/>
                      <a:pt x="2131" y="112824"/>
                      <a:pt x="2131" y="72951"/>
                    </a:cubicBezTo>
                    <a:cubicBezTo>
                      <a:pt x="2131" y="33063"/>
                      <a:pt x="19540" y="728"/>
                      <a:pt x="41008" y="728"/>
                    </a:cubicBezTo>
                    <a:cubicBezTo>
                      <a:pt x="62490" y="728"/>
                      <a:pt x="79900" y="33063"/>
                      <a:pt x="79900" y="7295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8" name="Google Shape;1238;p46">
              <a:extLst>
                <a:ext uri="{FF2B5EF4-FFF2-40B4-BE49-F238E27FC236}">
                  <a16:creationId xmlns:a16="http://schemas.microsoft.com/office/drawing/2014/main" id="{19352404-8B6C-DF41-71B9-0BD14A061D34}"/>
                </a:ext>
              </a:extLst>
            </p:cNvPr>
            <p:cNvGrpSpPr/>
            <p:nvPr/>
          </p:nvGrpSpPr>
          <p:grpSpPr>
            <a:xfrm>
              <a:off x="3273472" y="1387309"/>
              <a:ext cx="854674" cy="927215"/>
              <a:chOff x="3385797" y="1387309"/>
              <a:chExt cx="854674" cy="927215"/>
            </a:xfrm>
          </p:grpSpPr>
          <p:sp>
            <p:nvSpPr>
              <p:cNvPr id="1239" name="Google Shape;1239;p46">
                <a:extLst>
                  <a:ext uri="{FF2B5EF4-FFF2-40B4-BE49-F238E27FC236}">
                    <a16:creationId xmlns:a16="http://schemas.microsoft.com/office/drawing/2014/main" id="{8EFCC248-BAEC-D1B8-F541-4AF27051268A}"/>
                  </a:ext>
                </a:extLst>
              </p:cNvPr>
              <p:cNvSpPr/>
              <p:nvPr/>
            </p:nvSpPr>
            <p:spPr>
              <a:xfrm rot="10800000" flipH="1">
                <a:off x="3877875" y="1951927"/>
                <a:ext cx="362597" cy="362597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46">
                <a:extLst>
                  <a:ext uri="{FF2B5EF4-FFF2-40B4-BE49-F238E27FC236}">
                    <a16:creationId xmlns:a16="http://schemas.microsoft.com/office/drawing/2014/main" id="{3B066E3C-4602-60BC-7E1D-EE11829AFB5D}"/>
                  </a:ext>
                </a:extLst>
              </p:cNvPr>
              <p:cNvSpPr/>
              <p:nvPr/>
            </p:nvSpPr>
            <p:spPr>
              <a:xfrm rot="10800000" flipH="1">
                <a:off x="3385797" y="1387309"/>
                <a:ext cx="212109" cy="212109"/>
              </a:xfrm>
              <a:custGeom>
                <a:avLst/>
                <a:gdLst/>
                <a:ahLst/>
                <a:cxnLst/>
                <a:rect l="l" t="t" r="r" b="b"/>
                <a:pathLst>
                  <a:path w="259461" h="259461" extrusionOk="0">
                    <a:moveTo>
                      <a:pt x="259461" y="87687"/>
                    </a:moveTo>
                    <a:lnTo>
                      <a:pt x="171774" y="87687"/>
                    </a:lnTo>
                    <a:lnTo>
                      <a:pt x="171774" y="0"/>
                    </a:lnTo>
                    <a:lnTo>
                      <a:pt x="87687" y="0"/>
                    </a:lnTo>
                    <a:lnTo>
                      <a:pt x="87687" y="87687"/>
                    </a:lnTo>
                    <a:lnTo>
                      <a:pt x="0" y="87687"/>
                    </a:lnTo>
                    <a:lnTo>
                      <a:pt x="0" y="171774"/>
                    </a:lnTo>
                    <a:lnTo>
                      <a:pt x="87687" y="171774"/>
                    </a:lnTo>
                    <a:lnTo>
                      <a:pt x="87687" y="259461"/>
                    </a:lnTo>
                    <a:lnTo>
                      <a:pt x="171774" y="259461"/>
                    </a:lnTo>
                    <a:lnTo>
                      <a:pt x="171774" y="171774"/>
                    </a:lnTo>
                    <a:lnTo>
                      <a:pt x="259461" y="17177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Google Shape;770;p36">
            <a:extLst>
              <a:ext uri="{FF2B5EF4-FFF2-40B4-BE49-F238E27FC236}">
                <a16:creationId xmlns:a16="http://schemas.microsoft.com/office/drawing/2014/main" id="{B82329CD-08F5-9689-53D6-D93AD1099523}"/>
              </a:ext>
            </a:extLst>
          </p:cNvPr>
          <p:cNvSpPr txBox="1">
            <a:spLocks/>
          </p:cNvSpPr>
          <p:nvPr/>
        </p:nvSpPr>
        <p:spPr>
          <a:xfrm>
            <a:off x="902884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fr-FR"/>
              <a:t>Soutenance		</a:t>
            </a:r>
          </a:p>
          <a:p>
            <a:endParaRPr lang="fr-FR"/>
          </a:p>
        </p:txBody>
      </p:sp>
      <p:sp>
        <p:nvSpPr>
          <p:cNvPr id="15" name="Google Shape;826;p37">
            <a:extLst>
              <a:ext uri="{FF2B5EF4-FFF2-40B4-BE49-F238E27FC236}">
                <a16:creationId xmlns:a16="http://schemas.microsoft.com/office/drawing/2014/main" id="{40B14866-49C2-E499-7903-F389DD5DEE57}"/>
              </a:ext>
            </a:extLst>
          </p:cNvPr>
          <p:cNvSpPr txBox="1">
            <a:spLocks/>
          </p:cNvSpPr>
          <p:nvPr/>
        </p:nvSpPr>
        <p:spPr>
          <a:xfrm>
            <a:off x="4438625" y="1387309"/>
            <a:ext cx="3876168" cy="267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4000" b="0" i="0" u="none" strike="noStrike" cap="none">
                <a:solidFill>
                  <a:schemeClr val="accent4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Black"/>
              <a:buNone/>
              <a:defRPr sz="6000" b="0" i="0" u="none" strike="noStrike" cap="none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algn="l"/>
            <a:r>
              <a:rPr lang="fr-FR" sz="1800">
                <a:solidFill>
                  <a:schemeClr val="tx1"/>
                </a:solidFill>
                <a:latin typeface="+mj-lt"/>
              </a:rPr>
              <a:t>Démonstration complète du prototype et des simulations réalisées.</a:t>
            </a:r>
          </a:p>
          <a:p>
            <a:pPr algn="l"/>
            <a:r>
              <a:rPr lang="fr-FR" sz="1800">
                <a:solidFill>
                  <a:schemeClr val="tx1"/>
                </a:solidFill>
                <a:latin typeface="+mj-lt"/>
              </a:rPr>
              <a:t>- Explication des choix techniques et analytiques.</a:t>
            </a:r>
          </a:p>
          <a:p>
            <a:pPr algn="l"/>
            <a:r>
              <a:rPr lang="fr-FR" sz="1800">
                <a:solidFill>
                  <a:schemeClr val="tx1"/>
                </a:solidFill>
                <a:latin typeface="+mj-lt"/>
              </a:rPr>
              <a:t>- Analyse des résultats du modèle prédictif et recommandations concrètes pour améliorer</a:t>
            </a:r>
          </a:p>
          <a:p>
            <a:pPr algn="l"/>
            <a:r>
              <a:rPr lang="fr-FR" sz="1800">
                <a:solidFill>
                  <a:schemeClr val="tx1"/>
                </a:solidFill>
                <a:latin typeface="+mj-lt"/>
              </a:rPr>
              <a:t>la gestion hospitalière.</a:t>
            </a:r>
          </a:p>
          <a:p>
            <a:pPr algn="l"/>
            <a:r>
              <a:rPr lang="fr-FR" sz="1800">
                <a:solidFill>
                  <a:schemeClr val="tx1"/>
                </a:solidFill>
                <a:latin typeface="+mj-lt"/>
              </a:rPr>
              <a:t>- Discussion sur les perspectives d’évolution de l’outil et ses applications futures.</a:t>
            </a:r>
          </a:p>
        </p:txBody>
      </p:sp>
    </p:spTree>
    <p:extLst>
      <p:ext uri="{BB962C8B-B14F-4D97-AF65-F5344CB8AC3E}">
        <p14:creationId xmlns:p14="http://schemas.microsoft.com/office/powerpoint/2010/main" val="2514285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45"/>
          <p:cNvSpPr txBox="1">
            <a:spLocks noGrp="1"/>
          </p:cNvSpPr>
          <p:nvPr>
            <p:ph type="title"/>
          </p:nvPr>
        </p:nvSpPr>
        <p:spPr>
          <a:xfrm>
            <a:off x="1581291" y="2096487"/>
            <a:ext cx="6127492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 questions ?</a:t>
            </a:r>
            <a:endParaRPr/>
          </a:p>
        </p:txBody>
      </p:sp>
      <p:sp>
        <p:nvSpPr>
          <p:cNvPr id="1103" name="Google Shape;1103;p45"/>
          <p:cNvSpPr/>
          <p:nvPr/>
        </p:nvSpPr>
        <p:spPr>
          <a:xfrm>
            <a:off x="4603550" y="3518100"/>
            <a:ext cx="10774126" cy="10774126"/>
          </a:xfrm>
          <a:custGeom>
            <a:avLst/>
            <a:gdLst/>
            <a:ahLst/>
            <a:cxnLst/>
            <a:rect l="l" t="t" r="r" b="b"/>
            <a:pathLst>
              <a:path w="459500" h="459500" extrusionOk="0">
                <a:moveTo>
                  <a:pt x="459501" y="229750"/>
                </a:moveTo>
                <a:cubicBezTo>
                  <a:pt x="459501" y="356638"/>
                  <a:pt x="356638" y="459501"/>
                  <a:pt x="229750" y="459501"/>
                </a:cubicBezTo>
                <a:cubicBezTo>
                  <a:pt x="102863" y="459501"/>
                  <a:pt x="0" y="356638"/>
                  <a:pt x="0" y="229750"/>
                </a:cubicBezTo>
                <a:cubicBezTo>
                  <a:pt x="0" y="102863"/>
                  <a:pt x="102863" y="0"/>
                  <a:pt x="229750" y="0"/>
                </a:cubicBezTo>
                <a:cubicBezTo>
                  <a:pt x="356638" y="0"/>
                  <a:pt x="459501" y="102863"/>
                  <a:pt x="459501" y="229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04" name="Google Shape;1104;p45"/>
          <p:cNvGrpSpPr/>
          <p:nvPr/>
        </p:nvGrpSpPr>
        <p:grpSpPr>
          <a:xfrm>
            <a:off x="8683617" y="3190207"/>
            <a:ext cx="279543" cy="918677"/>
            <a:chOff x="110510" y="3460575"/>
            <a:chExt cx="347864" cy="1143344"/>
          </a:xfrm>
        </p:grpSpPr>
        <p:sp>
          <p:nvSpPr>
            <p:cNvPr id="1105" name="Google Shape;1105;p45"/>
            <p:cNvSpPr/>
            <p:nvPr/>
          </p:nvSpPr>
          <p:spPr>
            <a:xfrm flipH="1">
              <a:off x="359060" y="372572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5"/>
            <p:cNvSpPr/>
            <p:nvPr/>
          </p:nvSpPr>
          <p:spPr>
            <a:xfrm flipH="1">
              <a:off x="359060" y="399086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5"/>
            <p:cNvSpPr/>
            <p:nvPr/>
          </p:nvSpPr>
          <p:spPr>
            <a:xfrm flipH="1">
              <a:off x="110510" y="3460575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45"/>
            <p:cNvSpPr/>
            <p:nvPr/>
          </p:nvSpPr>
          <p:spPr>
            <a:xfrm flipH="1">
              <a:off x="110510" y="3725716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45"/>
            <p:cNvSpPr/>
            <p:nvPr/>
          </p:nvSpPr>
          <p:spPr>
            <a:xfrm flipH="1">
              <a:off x="359060" y="423943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45"/>
            <p:cNvSpPr/>
            <p:nvPr/>
          </p:nvSpPr>
          <p:spPr>
            <a:xfrm flipH="1">
              <a:off x="359060" y="450457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45"/>
            <p:cNvSpPr/>
            <p:nvPr/>
          </p:nvSpPr>
          <p:spPr>
            <a:xfrm flipH="1">
              <a:off x="110510" y="3974281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45"/>
            <p:cNvSpPr/>
            <p:nvPr/>
          </p:nvSpPr>
          <p:spPr>
            <a:xfrm flipH="1">
              <a:off x="110510" y="4239422"/>
              <a:ext cx="99313" cy="9934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3" name="Google Shape;1113;p45"/>
          <p:cNvGrpSpPr/>
          <p:nvPr/>
        </p:nvGrpSpPr>
        <p:grpSpPr>
          <a:xfrm rot="-733190">
            <a:off x="356265" y="3092299"/>
            <a:ext cx="1676490" cy="1568325"/>
            <a:chOff x="2547418" y="3370852"/>
            <a:chExt cx="988719" cy="924982"/>
          </a:xfrm>
        </p:grpSpPr>
        <p:sp>
          <p:nvSpPr>
            <p:cNvPr id="1114" name="Google Shape;1114;p45"/>
            <p:cNvSpPr/>
            <p:nvPr/>
          </p:nvSpPr>
          <p:spPr>
            <a:xfrm>
              <a:off x="2984594" y="3492472"/>
              <a:ext cx="272803" cy="152050"/>
            </a:xfrm>
            <a:custGeom>
              <a:avLst/>
              <a:gdLst/>
              <a:ahLst/>
              <a:cxnLst/>
              <a:rect l="l" t="t" r="r" b="b"/>
              <a:pathLst>
                <a:path w="363737" h="202734" extrusionOk="0">
                  <a:moveTo>
                    <a:pt x="201587" y="201587"/>
                  </a:moveTo>
                  <a:cubicBezTo>
                    <a:pt x="301714" y="190376"/>
                    <a:pt x="373799" y="100127"/>
                    <a:pt x="362588" y="0"/>
                  </a:cubicBezTo>
                  <a:lnTo>
                    <a:pt x="0" y="40595"/>
                  </a:lnTo>
                  <a:cubicBezTo>
                    <a:pt x="11201" y="140713"/>
                    <a:pt x="101460" y="212788"/>
                    <a:pt x="201587" y="20158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45"/>
            <p:cNvSpPr/>
            <p:nvPr/>
          </p:nvSpPr>
          <p:spPr>
            <a:xfrm>
              <a:off x="2983727" y="3370852"/>
              <a:ext cx="272801" cy="152059"/>
            </a:xfrm>
            <a:custGeom>
              <a:avLst/>
              <a:gdLst/>
              <a:ahLst/>
              <a:cxnLst/>
              <a:rect l="l" t="t" r="r" b="b"/>
              <a:pathLst>
                <a:path w="363735" h="202745" extrusionOk="0">
                  <a:moveTo>
                    <a:pt x="1147" y="202746"/>
                  </a:moveTo>
                  <a:lnTo>
                    <a:pt x="363736" y="162150"/>
                  </a:lnTo>
                  <a:cubicBezTo>
                    <a:pt x="352525" y="62024"/>
                    <a:pt x="262275" y="-10062"/>
                    <a:pt x="162148" y="1149"/>
                  </a:cubicBezTo>
                  <a:cubicBezTo>
                    <a:pt x="62022" y="12360"/>
                    <a:pt x="-10054" y="102619"/>
                    <a:pt x="1147" y="2027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45"/>
            <p:cNvSpPr/>
            <p:nvPr/>
          </p:nvSpPr>
          <p:spPr>
            <a:xfrm>
              <a:off x="3363260" y="3742754"/>
              <a:ext cx="161272" cy="129668"/>
            </a:xfrm>
            <a:custGeom>
              <a:avLst/>
              <a:gdLst/>
              <a:ahLst/>
              <a:cxnLst/>
              <a:rect l="l" t="t" r="r" b="b"/>
              <a:pathLst>
                <a:path w="215030" h="172891" extrusionOk="0">
                  <a:moveTo>
                    <a:pt x="57611" y="157419"/>
                  </a:moveTo>
                  <a:cubicBezTo>
                    <a:pt x="112713" y="189252"/>
                    <a:pt x="183198" y="170393"/>
                    <a:pt x="215030" y="115290"/>
                  </a:cubicBezTo>
                  <a:lnTo>
                    <a:pt x="15472" y="0"/>
                  </a:lnTo>
                  <a:cubicBezTo>
                    <a:pt x="-16360" y="55102"/>
                    <a:pt x="2499" y="125587"/>
                    <a:pt x="57611" y="1574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45"/>
            <p:cNvSpPr/>
            <p:nvPr/>
          </p:nvSpPr>
          <p:spPr>
            <a:xfrm>
              <a:off x="3374864" y="3699549"/>
              <a:ext cx="161272" cy="129672"/>
            </a:xfrm>
            <a:custGeom>
              <a:avLst/>
              <a:gdLst/>
              <a:ahLst/>
              <a:cxnLst/>
              <a:rect l="l" t="t" r="r" b="b"/>
              <a:pathLst>
                <a:path w="215030" h="172896" extrusionOk="0">
                  <a:moveTo>
                    <a:pt x="0" y="57606"/>
                  </a:moveTo>
                  <a:lnTo>
                    <a:pt x="199558" y="172896"/>
                  </a:lnTo>
                  <a:cubicBezTo>
                    <a:pt x="231391" y="117794"/>
                    <a:pt x="212531" y="47309"/>
                    <a:pt x="157429" y="15477"/>
                  </a:cubicBezTo>
                  <a:cubicBezTo>
                    <a:pt x="102318" y="-16365"/>
                    <a:pt x="31842" y="2504"/>
                    <a:pt x="0" y="576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45"/>
            <p:cNvSpPr/>
            <p:nvPr/>
          </p:nvSpPr>
          <p:spPr>
            <a:xfrm>
              <a:off x="2677694" y="3918457"/>
              <a:ext cx="568358" cy="377377"/>
            </a:xfrm>
            <a:custGeom>
              <a:avLst/>
              <a:gdLst/>
              <a:ahLst/>
              <a:cxnLst/>
              <a:rect l="l" t="t" r="r" b="b"/>
              <a:pathLst>
                <a:path w="757811" h="503169" extrusionOk="0">
                  <a:moveTo>
                    <a:pt x="685387" y="264296"/>
                  </a:moveTo>
                  <a:lnTo>
                    <a:pt x="188248" y="491886"/>
                  </a:lnTo>
                  <a:cubicBezTo>
                    <a:pt x="125974" y="520395"/>
                    <a:pt x="52374" y="493020"/>
                    <a:pt x="23866" y="430745"/>
                  </a:cubicBezTo>
                  <a:lnTo>
                    <a:pt x="11283" y="403256"/>
                  </a:lnTo>
                  <a:cubicBezTo>
                    <a:pt x="-17225" y="340982"/>
                    <a:pt x="10150" y="267382"/>
                    <a:pt x="72424" y="238874"/>
                  </a:cubicBezTo>
                  <a:lnTo>
                    <a:pt x="569563" y="11283"/>
                  </a:lnTo>
                  <a:cubicBezTo>
                    <a:pt x="631837" y="-17225"/>
                    <a:pt x="705437" y="10150"/>
                    <a:pt x="733945" y="72424"/>
                  </a:cubicBezTo>
                  <a:lnTo>
                    <a:pt x="746528" y="99914"/>
                  </a:lnTo>
                  <a:cubicBezTo>
                    <a:pt x="775036" y="162188"/>
                    <a:pt x="747661" y="235788"/>
                    <a:pt x="685387" y="2642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9" name="Google Shape;1119;p45"/>
            <p:cNvGrpSpPr/>
            <p:nvPr/>
          </p:nvGrpSpPr>
          <p:grpSpPr>
            <a:xfrm>
              <a:off x="2709967" y="4144053"/>
              <a:ext cx="66665" cy="126316"/>
              <a:chOff x="3613289" y="5525404"/>
              <a:chExt cx="88887" cy="168421"/>
            </a:xfrm>
          </p:grpSpPr>
          <p:sp>
            <p:nvSpPr>
              <p:cNvPr id="1120" name="Google Shape;1120;p45"/>
              <p:cNvSpPr/>
              <p:nvPr/>
            </p:nvSpPr>
            <p:spPr>
              <a:xfrm>
                <a:off x="3613289" y="552540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45"/>
              <p:cNvSpPr/>
              <p:nvPr/>
            </p:nvSpPr>
            <p:spPr>
              <a:xfrm>
                <a:off x="3646865" y="559874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45"/>
              <p:cNvSpPr/>
              <p:nvPr/>
            </p:nvSpPr>
            <p:spPr>
              <a:xfrm>
                <a:off x="3680440" y="5672089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3" name="Google Shape;1123;p45"/>
            <p:cNvGrpSpPr/>
            <p:nvPr/>
          </p:nvGrpSpPr>
          <p:grpSpPr>
            <a:xfrm>
              <a:off x="2782826" y="4110699"/>
              <a:ext cx="66665" cy="126316"/>
              <a:chOff x="3710435" y="5480932"/>
              <a:chExt cx="88887" cy="168421"/>
            </a:xfrm>
          </p:grpSpPr>
          <p:sp>
            <p:nvSpPr>
              <p:cNvPr id="1124" name="Google Shape;1124;p45"/>
              <p:cNvSpPr/>
              <p:nvPr/>
            </p:nvSpPr>
            <p:spPr>
              <a:xfrm>
                <a:off x="3710435" y="548093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rgbClr val="EDB65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45"/>
              <p:cNvSpPr/>
              <p:nvPr/>
            </p:nvSpPr>
            <p:spPr>
              <a:xfrm>
                <a:off x="3744010" y="555427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rgbClr val="EDB65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45"/>
              <p:cNvSpPr/>
              <p:nvPr/>
            </p:nvSpPr>
            <p:spPr>
              <a:xfrm>
                <a:off x="3777586" y="5627617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rgbClr val="EDB650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27" name="Google Shape;1127;p45"/>
            <p:cNvGrpSpPr/>
            <p:nvPr/>
          </p:nvGrpSpPr>
          <p:grpSpPr>
            <a:xfrm>
              <a:off x="2855685" y="4077345"/>
              <a:ext cx="66665" cy="126316"/>
              <a:chOff x="3807580" y="5436460"/>
              <a:chExt cx="88887" cy="168421"/>
            </a:xfrm>
          </p:grpSpPr>
          <p:sp>
            <p:nvSpPr>
              <p:cNvPr id="1128" name="Google Shape;1128;p45"/>
              <p:cNvSpPr/>
              <p:nvPr/>
            </p:nvSpPr>
            <p:spPr>
              <a:xfrm>
                <a:off x="3807580" y="543646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45"/>
              <p:cNvSpPr/>
              <p:nvPr/>
            </p:nvSpPr>
            <p:spPr>
              <a:xfrm>
                <a:off x="3841156" y="5509802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45"/>
              <p:cNvSpPr/>
              <p:nvPr/>
            </p:nvSpPr>
            <p:spPr>
              <a:xfrm>
                <a:off x="3874731" y="558314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1" name="Google Shape;1131;p45"/>
            <p:cNvGrpSpPr/>
            <p:nvPr/>
          </p:nvGrpSpPr>
          <p:grpSpPr>
            <a:xfrm>
              <a:off x="2928537" y="4043991"/>
              <a:ext cx="66665" cy="126316"/>
              <a:chOff x="3904716" y="5391988"/>
              <a:chExt cx="88887" cy="168421"/>
            </a:xfrm>
          </p:grpSpPr>
          <p:sp>
            <p:nvSpPr>
              <p:cNvPr id="1132" name="Google Shape;1132;p45"/>
              <p:cNvSpPr/>
              <p:nvPr/>
            </p:nvSpPr>
            <p:spPr>
              <a:xfrm>
                <a:off x="3904716" y="539198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45"/>
              <p:cNvSpPr/>
              <p:nvPr/>
            </p:nvSpPr>
            <p:spPr>
              <a:xfrm>
                <a:off x="3938292" y="546533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45"/>
              <p:cNvSpPr/>
              <p:nvPr/>
            </p:nvSpPr>
            <p:spPr>
              <a:xfrm>
                <a:off x="3971867" y="553867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5" name="Google Shape;1135;p45"/>
            <p:cNvGrpSpPr/>
            <p:nvPr/>
          </p:nvGrpSpPr>
          <p:grpSpPr>
            <a:xfrm>
              <a:off x="3001397" y="4010636"/>
              <a:ext cx="66665" cy="126316"/>
              <a:chOff x="4001862" y="5347515"/>
              <a:chExt cx="88887" cy="168421"/>
            </a:xfrm>
          </p:grpSpPr>
          <p:sp>
            <p:nvSpPr>
              <p:cNvPr id="1136" name="Google Shape;1136;p45"/>
              <p:cNvSpPr/>
              <p:nvPr/>
            </p:nvSpPr>
            <p:spPr>
              <a:xfrm>
                <a:off x="4001862" y="5347515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45"/>
              <p:cNvSpPr/>
              <p:nvPr/>
            </p:nvSpPr>
            <p:spPr>
              <a:xfrm>
                <a:off x="4035437" y="542085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45"/>
              <p:cNvSpPr/>
              <p:nvPr/>
            </p:nvSpPr>
            <p:spPr>
              <a:xfrm>
                <a:off x="4069013" y="5494200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9" name="Google Shape;1139;p45"/>
            <p:cNvGrpSpPr/>
            <p:nvPr/>
          </p:nvGrpSpPr>
          <p:grpSpPr>
            <a:xfrm>
              <a:off x="3074249" y="3977282"/>
              <a:ext cx="66665" cy="126316"/>
              <a:chOff x="4098998" y="5303043"/>
              <a:chExt cx="88887" cy="168421"/>
            </a:xfrm>
          </p:grpSpPr>
          <p:sp>
            <p:nvSpPr>
              <p:cNvPr id="1140" name="Google Shape;1140;p45"/>
              <p:cNvSpPr/>
              <p:nvPr/>
            </p:nvSpPr>
            <p:spPr>
              <a:xfrm>
                <a:off x="4098998" y="5303043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45"/>
              <p:cNvSpPr/>
              <p:nvPr/>
            </p:nvSpPr>
            <p:spPr>
              <a:xfrm>
                <a:off x="4132573" y="537638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45"/>
              <p:cNvSpPr/>
              <p:nvPr/>
            </p:nvSpPr>
            <p:spPr>
              <a:xfrm>
                <a:off x="4166149" y="5449728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3" name="Google Shape;1143;p45"/>
            <p:cNvGrpSpPr/>
            <p:nvPr/>
          </p:nvGrpSpPr>
          <p:grpSpPr>
            <a:xfrm>
              <a:off x="3147107" y="3943928"/>
              <a:ext cx="66665" cy="126316"/>
              <a:chOff x="4196143" y="5258571"/>
              <a:chExt cx="88887" cy="168421"/>
            </a:xfrm>
          </p:grpSpPr>
          <p:sp>
            <p:nvSpPr>
              <p:cNvPr id="1144" name="Google Shape;1144;p45"/>
              <p:cNvSpPr/>
              <p:nvPr/>
            </p:nvSpPr>
            <p:spPr>
              <a:xfrm>
                <a:off x="4196143" y="5258571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45"/>
              <p:cNvSpPr/>
              <p:nvPr/>
            </p:nvSpPr>
            <p:spPr>
              <a:xfrm>
                <a:off x="4229719" y="5331914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45"/>
              <p:cNvSpPr/>
              <p:nvPr/>
            </p:nvSpPr>
            <p:spPr>
              <a:xfrm>
                <a:off x="4263294" y="5405256"/>
                <a:ext cx="21736" cy="21736"/>
              </a:xfrm>
              <a:custGeom>
                <a:avLst/>
                <a:gdLst/>
                <a:ahLst/>
                <a:cxnLst/>
                <a:rect l="l" t="t" r="r" b="b"/>
                <a:pathLst>
                  <a:path w="21736" h="21736" extrusionOk="0">
                    <a:moveTo>
                      <a:pt x="21736" y="10868"/>
                    </a:moveTo>
                    <a:cubicBezTo>
                      <a:pt x="21736" y="16870"/>
                      <a:pt x="16870" y="21736"/>
                      <a:pt x="10868" y="21736"/>
                    </a:cubicBezTo>
                    <a:cubicBezTo>
                      <a:pt x="4866" y="21736"/>
                      <a:pt x="0" y="16870"/>
                      <a:pt x="0" y="10868"/>
                    </a:cubicBezTo>
                    <a:cubicBezTo>
                      <a:pt x="0" y="4866"/>
                      <a:pt x="4866" y="0"/>
                      <a:pt x="10868" y="0"/>
                    </a:cubicBezTo>
                    <a:cubicBezTo>
                      <a:pt x="16870" y="0"/>
                      <a:pt x="21736" y="4866"/>
                      <a:pt x="21736" y="108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47" name="Google Shape;1147;p45"/>
            <p:cNvSpPr/>
            <p:nvPr/>
          </p:nvSpPr>
          <p:spPr>
            <a:xfrm>
              <a:off x="2547418" y="3705461"/>
              <a:ext cx="440496" cy="532361"/>
            </a:xfrm>
            <a:custGeom>
              <a:avLst/>
              <a:gdLst/>
              <a:ahLst/>
              <a:cxnLst/>
              <a:rect l="l" t="t" r="r" b="b"/>
              <a:pathLst>
                <a:path w="587328" h="709815" extrusionOk="0">
                  <a:moveTo>
                    <a:pt x="526952" y="87576"/>
                  </a:moveTo>
                  <a:lnTo>
                    <a:pt x="298771" y="5423"/>
                  </a:lnTo>
                  <a:cubicBezTo>
                    <a:pt x="251346" y="-11655"/>
                    <a:pt x="199053" y="12947"/>
                    <a:pt x="181985" y="60372"/>
                  </a:cubicBezTo>
                  <a:lnTo>
                    <a:pt x="118339" y="237147"/>
                  </a:lnTo>
                  <a:lnTo>
                    <a:pt x="0" y="565826"/>
                  </a:lnTo>
                  <a:lnTo>
                    <a:pt x="399926" y="709816"/>
                  </a:lnTo>
                  <a:lnTo>
                    <a:pt x="518265" y="381136"/>
                  </a:lnTo>
                  <a:lnTo>
                    <a:pt x="581911" y="204362"/>
                  </a:lnTo>
                  <a:cubicBezTo>
                    <a:pt x="598980" y="156937"/>
                    <a:pt x="574377" y="104654"/>
                    <a:pt x="526952" y="875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45"/>
            <p:cNvSpPr/>
            <p:nvPr/>
          </p:nvSpPr>
          <p:spPr>
            <a:xfrm>
              <a:off x="2741642" y="3594971"/>
              <a:ext cx="263354" cy="182465"/>
            </a:xfrm>
            <a:custGeom>
              <a:avLst/>
              <a:gdLst/>
              <a:ahLst/>
              <a:cxnLst/>
              <a:rect l="l" t="t" r="r" b="b"/>
              <a:pathLst>
                <a:path w="351139" h="243287" extrusionOk="0">
                  <a:moveTo>
                    <a:pt x="351139" y="109023"/>
                  </a:moveTo>
                  <a:lnTo>
                    <a:pt x="302800" y="243287"/>
                  </a:lnTo>
                  <a:lnTo>
                    <a:pt x="0" y="134264"/>
                  </a:lnTo>
                  <a:lnTo>
                    <a:pt x="48339" y="0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49" name="Google Shape;1149;p45"/>
            <p:cNvGrpSpPr/>
            <p:nvPr/>
          </p:nvGrpSpPr>
          <p:grpSpPr>
            <a:xfrm>
              <a:off x="2777989" y="3620824"/>
              <a:ext cx="190659" cy="130759"/>
              <a:chOff x="3703986" y="4827765"/>
              <a:chExt cx="254212" cy="174345"/>
            </a:xfrm>
          </p:grpSpPr>
          <p:sp>
            <p:nvSpPr>
              <p:cNvPr id="1150" name="Google Shape;1150;p45"/>
              <p:cNvSpPr/>
              <p:nvPr/>
            </p:nvSpPr>
            <p:spPr>
              <a:xfrm>
                <a:off x="3703986" y="4827765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45"/>
              <p:cNvSpPr/>
              <p:nvPr/>
            </p:nvSpPr>
            <p:spPr>
              <a:xfrm>
                <a:off x="3735409" y="4839081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45"/>
              <p:cNvSpPr/>
              <p:nvPr/>
            </p:nvSpPr>
            <p:spPr>
              <a:xfrm>
                <a:off x="3766832" y="4850396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45"/>
              <p:cNvSpPr/>
              <p:nvPr/>
            </p:nvSpPr>
            <p:spPr>
              <a:xfrm>
                <a:off x="3798255" y="4861702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45"/>
              <p:cNvSpPr/>
              <p:nvPr/>
            </p:nvSpPr>
            <p:spPr>
              <a:xfrm>
                <a:off x="3829678" y="4873018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45"/>
              <p:cNvSpPr/>
              <p:nvPr/>
            </p:nvSpPr>
            <p:spPr>
              <a:xfrm>
                <a:off x="3861101" y="4884334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45"/>
              <p:cNvSpPr/>
              <p:nvPr/>
            </p:nvSpPr>
            <p:spPr>
              <a:xfrm>
                <a:off x="3892524" y="4895649"/>
                <a:ext cx="34251" cy="95154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54" extrusionOk="0">
                    <a:moveTo>
                      <a:pt x="34252" y="0"/>
                    </a:moveTo>
                    <a:lnTo>
                      <a:pt x="0" y="9515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45"/>
              <p:cNvSpPr/>
              <p:nvPr/>
            </p:nvSpPr>
            <p:spPr>
              <a:xfrm>
                <a:off x="3923947" y="4906965"/>
                <a:ext cx="34251" cy="95145"/>
              </a:xfrm>
              <a:custGeom>
                <a:avLst/>
                <a:gdLst/>
                <a:ahLst/>
                <a:cxnLst/>
                <a:rect l="l" t="t" r="r" b="b"/>
                <a:pathLst>
                  <a:path w="34251" h="95145" extrusionOk="0">
                    <a:moveTo>
                      <a:pt x="34252" y="0"/>
                    </a:moveTo>
                    <a:lnTo>
                      <a:pt x="0" y="95145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8" name="Google Shape;1158;p45"/>
            <p:cNvSpPr/>
            <p:nvPr/>
          </p:nvSpPr>
          <p:spPr>
            <a:xfrm>
              <a:off x="2667655" y="3844737"/>
              <a:ext cx="223256" cy="223256"/>
            </a:xfrm>
            <a:custGeom>
              <a:avLst/>
              <a:gdLst/>
              <a:ahLst/>
              <a:cxnLst/>
              <a:rect l="l" t="t" r="r" b="b"/>
              <a:pathLst>
                <a:path w="297675" h="297675" extrusionOk="0">
                  <a:moveTo>
                    <a:pt x="297675" y="148838"/>
                  </a:moveTo>
                  <a:cubicBezTo>
                    <a:pt x="297675" y="231038"/>
                    <a:pt x="231038" y="297675"/>
                    <a:pt x="148838" y="297675"/>
                  </a:cubicBezTo>
                  <a:cubicBezTo>
                    <a:pt x="66637" y="297675"/>
                    <a:pt x="0" y="231038"/>
                    <a:pt x="0" y="148838"/>
                  </a:cubicBezTo>
                  <a:cubicBezTo>
                    <a:pt x="0" y="66637"/>
                    <a:pt x="66637" y="0"/>
                    <a:pt x="148838" y="0"/>
                  </a:cubicBezTo>
                  <a:cubicBezTo>
                    <a:pt x="231038" y="0"/>
                    <a:pt x="297675" y="66637"/>
                    <a:pt x="297675" y="14883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45"/>
            <p:cNvSpPr/>
            <p:nvPr/>
          </p:nvSpPr>
          <p:spPr>
            <a:xfrm>
              <a:off x="2705159" y="3882249"/>
              <a:ext cx="148240" cy="148232"/>
            </a:xfrm>
            <a:custGeom>
              <a:avLst/>
              <a:gdLst/>
              <a:ahLst/>
              <a:cxnLst/>
              <a:rect l="l" t="t" r="r" b="b"/>
              <a:pathLst>
                <a:path w="197653" h="197643" extrusionOk="0">
                  <a:moveTo>
                    <a:pt x="197653" y="102013"/>
                  </a:moveTo>
                  <a:lnTo>
                    <a:pt x="137817" y="80477"/>
                  </a:lnTo>
                  <a:lnTo>
                    <a:pt x="159363" y="20641"/>
                  </a:lnTo>
                  <a:lnTo>
                    <a:pt x="102022" y="0"/>
                  </a:lnTo>
                  <a:lnTo>
                    <a:pt x="80477" y="59827"/>
                  </a:lnTo>
                  <a:lnTo>
                    <a:pt x="20650" y="38291"/>
                  </a:lnTo>
                  <a:lnTo>
                    <a:pt x="0" y="95621"/>
                  </a:lnTo>
                  <a:lnTo>
                    <a:pt x="59836" y="117167"/>
                  </a:lnTo>
                  <a:lnTo>
                    <a:pt x="38290" y="177003"/>
                  </a:lnTo>
                  <a:lnTo>
                    <a:pt x="95631" y="197644"/>
                  </a:lnTo>
                  <a:lnTo>
                    <a:pt x="117176" y="137808"/>
                  </a:lnTo>
                  <a:lnTo>
                    <a:pt x="177003" y="15935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0" name="Google Shape;1160;p45"/>
          <p:cNvSpPr/>
          <p:nvPr/>
        </p:nvSpPr>
        <p:spPr>
          <a:xfrm flipH="1">
            <a:off x="209287" y="3190199"/>
            <a:ext cx="327000" cy="3279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45"/>
          <p:cNvSpPr/>
          <p:nvPr/>
        </p:nvSpPr>
        <p:spPr>
          <a:xfrm rot="10800000">
            <a:off x="-2099627" y="-4105156"/>
            <a:ext cx="5313540" cy="5305907"/>
          </a:xfrm>
          <a:custGeom>
            <a:avLst/>
            <a:gdLst/>
            <a:ahLst/>
            <a:cxnLst/>
            <a:rect l="l" t="t" r="r" b="b"/>
            <a:pathLst>
              <a:path w="82518" h="82518" extrusionOk="0">
                <a:moveTo>
                  <a:pt x="83711" y="41608"/>
                </a:moveTo>
                <a:cubicBezTo>
                  <a:pt x="83711" y="64398"/>
                  <a:pt x="65233" y="82871"/>
                  <a:pt x="42449" y="82871"/>
                </a:cubicBezTo>
                <a:cubicBezTo>
                  <a:pt x="19665" y="82871"/>
                  <a:pt x="1193" y="64398"/>
                  <a:pt x="1193" y="41608"/>
                </a:cubicBezTo>
                <a:cubicBezTo>
                  <a:pt x="1193" y="18824"/>
                  <a:pt x="19665" y="352"/>
                  <a:pt x="42449" y="352"/>
                </a:cubicBezTo>
                <a:cubicBezTo>
                  <a:pt x="65233" y="352"/>
                  <a:pt x="83711" y="18824"/>
                  <a:pt x="83711" y="4160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2" name="Google Shape;1162;p45"/>
          <p:cNvGrpSpPr/>
          <p:nvPr/>
        </p:nvGrpSpPr>
        <p:grpSpPr>
          <a:xfrm>
            <a:off x="-33703" y="617294"/>
            <a:ext cx="812959" cy="861672"/>
            <a:chOff x="5137170" y="1563182"/>
            <a:chExt cx="584358" cy="619462"/>
          </a:xfrm>
        </p:grpSpPr>
        <p:sp>
          <p:nvSpPr>
            <p:cNvPr id="1163" name="Google Shape;1163;p45"/>
            <p:cNvSpPr/>
            <p:nvPr/>
          </p:nvSpPr>
          <p:spPr>
            <a:xfrm>
              <a:off x="5137170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811"/>
                  </a:moveTo>
                  <a:cubicBezTo>
                    <a:pt x="96911" y="73631"/>
                    <a:pt x="75956" y="94567"/>
                    <a:pt x="50175" y="94567"/>
                  </a:cubicBezTo>
                  <a:cubicBezTo>
                    <a:pt x="24330" y="94567"/>
                    <a:pt x="3439" y="73631"/>
                    <a:pt x="3439" y="47811"/>
                  </a:cubicBezTo>
                  <a:cubicBezTo>
                    <a:pt x="3439" y="21992"/>
                    <a:pt x="24330" y="1063"/>
                    <a:pt x="50175" y="1063"/>
                  </a:cubicBezTo>
                  <a:cubicBezTo>
                    <a:pt x="75956" y="1063"/>
                    <a:pt x="96911" y="21992"/>
                    <a:pt x="96911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45"/>
            <p:cNvSpPr/>
            <p:nvPr/>
          </p:nvSpPr>
          <p:spPr>
            <a:xfrm>
              <a:off x="5137170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7936"/>
                  </a:moveTo>
                  <a:cubicBezTo>
                    <a:pt x="96911" y="73755"/>
                    <a:pt x="75956" y="94691"/>
                    <a:pt x="50175" y="94691"/>
                  </a:cubicBezTo>
                  <a:cubicBezTo>
                    <a:pt x="24330" y="94691"/>
                    <a:pt x="3439" y="73755"/>
                    <a:pt x="3439" y="47936"/>
                  </a:cubicBezTo>
                  <a:cubicBezTo>
                    <a:pt x="3439" y="22117"/>
                    <a:pt x="24330" y="1187"/>
                    <a:pt x="50175" y="1187"/>
                  </a:cubicBezTo>
                  <a:cubicBezTo>
                    <a:pt x="75956" y="1187"/>
                    <a:pt x="96911" y="22117"/>
                    <a:pt x="96911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45"/>
            <p:cNvSpPr/>
            <p:nvPr/>
          </p:nvSpPr>
          <p:spPr>
            <a:xfrm>
              <a:off x="5312477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811"/>
                  </a:moveTo>
                  <a:cubicBezTo>
                    <a:pt x="97028" y="73631"/>
                    <a:pt x="76137" y="94567"/>
                    <a:pt x="50292" y="94567"/>
                  </a:cubicBezTo>
                  <a:cubicBezTo>
                    <a:pt x="24447" y="94567"/>
                    <a:pt x="3556" y="73631"/>
                    <a:pt x="3556" y="47811"/>
                  </a:cubicBezTo>
                  <a:cubicBezTo>
                    <a:pt x="3556" y="21992"/>
                    <a:pt x="24447" y="1063"/>
                    <a:pt x="50292" y="1063"/>
                  </a:cubicBezTo>
                  <a:cubicBezTo>
                    <a:pt x="76137" y="1063"/>
                    <a:pt x="97028" y="21992"/>
                    <a:pt x="97028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45"/>
            <p:cNvSpPr/>
            <p:nvPr/>
          </p:nvSpPr>
          <p:spPr>
            <a:xfrm>
              <a:off x="5312477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7936"/>
                  </a:moveTo>
                  <a:cubicBezTo>
                    <a:pt x="97028" y="73755"/>
                    <a:pt x="76137" y="94691"/>
                    <a:pt x="50292" y="94691"/>
                  </a:cubicBezTo>
                  <a:cubicBezTo>
                    <a:pt x="24447" y="94691"/>
                    <a:pt x="3556" y="73755"/>
                    <a:pt x="3556" y="47936"/>
                  </a:cubicBezTo>
                  <a:cubicBezTo>
                    <a:pt x="3556" y="22117"/>
                    <a:pt x="24447" y="1187"/>
                    <a:pt x="50292" y="1187"/>
                  </a:cubicBezTo>
                  <a:cubicBezTo>
                    <a:pt x="76137" y="1187"/>
                    <a:pt x="97028" y="22117"/>
                    <a:pt x="97028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5"/>
            <p:cNvSpPr/>
            <p:nvPr/>
          </p:nvSpPr>
          <p:spPr>
            <a:xfrm>
              <a:off x="5476117" y="1563182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811"/>
                  </a:moveTo>
                  <a:cubicBezTo>
                    <a:pt x="97137" y="73631"/>
                    <a:pt x="76182" y="94567"/>
                    <a:pt x="50400" y="94567"/>
                  </a:cubicBezTo>
                  <a:cubicBezTo>
                    <a:pt x="24556" y="94567"/>
                    <a:pt x="3664" y="73631"/>
                    <a:pt x="3664" y="47811"/>
                  </a:cubicBezTo>
                  <a:cubicBezTo>
                    <a:pt x="3664" y="21992"/>
                    <a:pt x="24556" y="1063"/>
                    <a:pt x="50400" y="1063"/>
                  </a:cubicBezTo>
                  <a:cubicBezTo>
                    <a:pt x="76182" y="1063"/>
                    <a:pt x="97137" y="21992"/>
                    <a:pt x="97137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5"/>
            <p:cNvSpPr/>
            <p:nvPr/>
          </p:nvSpPr>
          <p:spPr>
            <a:xfrm>
              <a:off x="5476117" y="1750191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7936"/>
                  </a:moveTo>
                  <a:cubicBezTo>
                    <a:pt x="97137" y="73755"/>
                    <a:pt x="76182" y="94691"/>
                    <a:pt x="50400" y="94691"/>
                  </a:cubicBezTo>
                  <a:cubicBezTo>
                    <a:pt x="24556" y="94691"/>
                    <a:pt x="3664" y="73755"/>
                    <a:pt x="3664" y="47936"/>
                  </a:cubicBezTo>
                  <a:cubicBezTo>
                    <a:pt x="3664" y="22117"/>
                    <a:pt x="24556" y="1187"/>
                    <a:pt x="50400" y="1187"/>
                  </a:cubicBezTo>
                  <a:cubicBezTo>
                    <a:pt x="76182" y="1187"/>
                    <a:pt x="97137" y="22117"/>
                    <a:pt x="97137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45"/>
            <p:cNvSpPr/>
            <p:nvPr/>
          </p:nvSpPr>
          <p:spPr>
            <a:xfrm>
              <a:off x="5651425" y="1563182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811"/>
                  </a:moveTo>
                  <a:cubicBezTo>
                    <a:pt x="97253" y="73631"/>
                    <a:pt x="76361" y="94567"/>
                    <a:pt x="50517" y="94567"/>
                  </a:cubicBezTo>
                  <a:cubicBezTo>
                    <a:pt x="24736" y="94567"/>
                    <a:pt x="3781" y="73631"/>
                    <a:pt x="3781" y="47811"/>
                  </a:cubicBezTo>
                  <a:cubicBezTo>
                    <a:pt x="3781" y="21992"/>
                    <a:pt x="24736" y="1063"/>
                    <a:pt x="50517" y="1063"/>
                  </a:cubicBezTo>
                  <a:cubicBezTo>
                    <a:pt x="76361" y="1063"/>
                    <a:pt x="97253" y="21992"/>
                    <a:pt x="97253" y="4781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45"/>
            <p:cNvSpPr/>
            <p:nvPr/>
          </p:nvSpPr>
          <p:spPr>
            <a:xfrm>
              <a:off x="5651425" y="1750191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7936"/>
                  </a:moveTo>
                  <a:cubicBezTo>
                    <a:pt x="97253" y="73755"/>
                    <a:pt x="76361" y="94691"/>
                    <a:pt x="50517" y="94691"/>
                  </a:cubicBezTo>
                  <a:cubicBezTo>
                    <a:pt x="24736" y="94691"/>
                    <a:pt x="3781" y="73755"/>
                    <a:pt x="3781" y="47936"/>
                  </a:cubicBezTo>
                  <a:cubicBezTo>
                    <a:pt x="3781" y="22117"/>
                    <a:pt x="24736" y="1187"/>
                    <a:pt x="50517" y="1187"/>
                  </a:cubicBezTo>
                  <a:cubicBezTo>
                    <a:pt x="76361" y="1187"/>
                    <a:pt x="97253" y="22117"/>
                    <a:pt x="97253" y="4793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5"/>
            <p:cNvSpPr/>
            <p:nvPr/>
          </p:nvSpPr>
          <p:spPr>
            <a:xfrm>
              <a:off x="5137170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059"/>
                  </a:moveTo>
                  <a:cubicBezTo>
                    <a:pt x="96911" y="73878"/>
                    <a:pt x="75956" y="94807"/>
                    <a:pt x="50175" y="94807"/>
                  </a:cubicBezTo>
                  <a:cubicBezTo>
                    <a:pt x="24330" y="94807"/>
                    <a:pt x="3439" y="73878"/>
                    <a:pt x="3439" y="48059"/>
                  </a:cubicBezTo>
                  <a:cubicBezTo>
                    <a:pt x="3439" y="22240"/>
                    <a:pt x="24330" y="1304"/>
                    <a:pt x="50175" y="1304"/>
                  </a:cubicBezTo>
                  <a:cubicBezTo>
                    <a:pt x="75956" y="1304"/>
                    <a:pt x="96911" y="22240"/>
                    <a:pt x="96911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45"/>
            <p:cNvSpPr/>
            <p:nvPr/>
          </p:nvSpPr>
          <p:spPr>
            <a:xfrm>
              <a:off x="5137170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6911" y="48183"/>
                  </a:moveTo>
                  <a:cubicBezTo>
                    <a:pt x="96911" y="74002"/>
                    <a:pt x="75956" y="94932"/>
                    <a:pt x="50175" y="94932"/>
                  </a:cubicBezTo>
                  <a:cubicBezTo>
                    <a:pt x="24330" y="94932"/>
                    <a:pt x="3439" y="74002"/>
                    <a:pt x="3439" y="48183"/>
                  </a:cubicBezTo>
                  <a:cubicBezTo>
                    <a:pt x="3439" y="22364"/>
                    <a:pt x="24330" y="1428"/>
                    <a:pt x="50175" y="1428"/>
                  </a:cubicBezTo>
                  <a:cubicBezTo>
                    <a:pt x="75956" y="1428"/>
                    <a:pt x="96911" y="22364"/>
                    <a:pt x="96911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45"/>
            <p:cNvSpPr/>
            <p:nvPr/>
          </p:nvSpPr>
          <p:spPr>
            <a:xfrm>
              <a:off x="5312477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059"/>
                  </a:moveTo>
                  <a:cubicBezTo>
                    <a:pt x="97028" y="73878"/>
                    <a:pt x="76137" y="94807"/>
                    <a:pt x="50292" y="94807"/>
                  </a:cubicBezTo>
                  <a:cubicBezTo>
                    <a:pt x="24447" y="94807"/>
                    <a:pt x="3556" y="73878"/>
                    <a:pt x="3556" y="48059"/>
                  </a:cubicBezTo>
                  <a:cubicBezTo>
                    <a:pt x="3556" y="22240"/>
                    <a:pt x="24447" y="1304"/>
                    <a:pt x="50292" y="1304"/>
                  </a:cubicBezTo>
                  <a:cubicBezTo>
                    <a:pt x="76137" y="1304"/>
                    <a:pt x="97028" y="22240"/>
                    <a:pt x="97028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45"/>
            <p:cNvSpPr/>
            <p:nvPr/>
          </p:nvSpPr>
          <p:spPr>
            <a:xfrm>
              <a:off x="5312477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028" y="48183"/>
                  </a:moveTo>
                  <a:cubicBezTo>
                    <a:pt x="97028" y="74002"/>
                    <a:pt x="76137" y="94932"/>
                    <a:pt x="50292" y="94932"/>
                  </a:cubicBezTo>
                  <a:cubicBezTo>
                    <a:pt x="24447" y="94932"/>
                    <a:pt x="3556" y="74002"/>
                    <a:pt x="3556" y="48183"/>
                  </a:cubicBezTo>
                  <a:cubicBezTo>
                    <a:pt x="3556" y="22364"/>
                    <a:pt x="24447" y="1428"/>
                    <a:pt x="50292" y="1428"/>
                  </a:cubicBezTo>
                  <a:cubicBezTo>
                    <a:pt x="76137" y="1428"/>
                    <a:pt x="97028" y="22364"/>
                    <a:pt x="97028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45"/>
            <p:cNvSpPr/>
            <p:nvPr/>
          </p:nvSpPr>
          <p:spPr>
            <a:xfrm>
              <a:off x="5476117" y="1925509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059"/>
                  </a:moveTo>
                  <a:cubicBezTo>
                    <a:pt x="97137" y="73878"/>
                    <a:pt x="76182" y="94807"/>
                    <a:pt x="50400" y="94807"/>
                  </a:cubicBezTo>
                  <a:cubicBezTo>
                    <a:pt x="24556" y="94807"/>
                    <a:pt x="3664" y="73878"/>
                    <a:pt x="3664" y="48059"/>
                  </a:cubicBezTo>
                  <a:cubicBezTo>
                    <a:pt x="3664" y="22240"/>
                    <a:pt x="24556" y="1304"/>
                    <a:pt x="50400" y="1304"/>
                  </a:cubicBezTo>
                  <a:cubicBezTo>
                    <a:pt x="76182" y="1304"/>
                    <a:pt x="97137" y="22240"/>
                    <a:pt x="97137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45"/>
            <p:cNvSpPr/>
            <p:nvPr/>
          </p:nvSpPr>
          <p:spPr>
            <a:xfrm>
              <a:off x="5476117" y="2112518"/>
              <a:ext cx="70104" cy="70127"/>
            </a:xfrm>
            <a:custGeom>
              <a:avLst/>
              <a:gdLst/>
              <a:ahLst/>
              <a:cxnLst/>
              <a:rect l="l" t="t" r="r" b="b"/>
              <a:pathLst>
                <a:path w="93472" h="93503" extrusionOk="0">
                  <a:moveTo>
                    <a:pt x="97137" y="48183"/>
                  </a:moveTo>
                  <a:cubicBezTo>
                    <a:pt x="97137" y="74002"/>
                    <a:pt x="76182" y="94932"/>
                    <a:pt x="50400" y="94932"/>
                  </a:cubicBezTo>
                  <a:cubicBezTo>
                    <a:pt x="24556" y="94932"/>
                    <a:pt x="3664" y="74002"/>
                    <a:pt x="3664" y="48183"/>
                  </a:cubicBezTo>
                  <a:cubicBezTo>
                    <a:pt x="3664" y="22364"/>
                    <a:pt x="24556" y="1428"/>
                    <a:pt x="50400" y="1428"/>
                  </a:cubicBezTo>
                  <a:cubicBezTo>
                    <a:pt x="76182" y="1428"/>
                    <a:pt x="97137" y="22364"/>
                    <a:pt x="97137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45"/>
            <p:cNvSpPr/>
            <p:nvPr/>
          </p:nvSpPr>
          <p:spPr>
            <a:xfrm>
              <a:off x="5651425" y="1925509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059"/>
                  </a:moveTo>
                  <a:cubicBezTo>
                    <a:pt x="97253" y="73878"/>
                    <a:pt x="76361" y="94807"/>
                    <a:pt x="50517" y="94807"/>
                  </a:cubicBezTo>
                  <a:cubicBezTo>
                    <a:pt x="24736" y="94807"/>
                    <a:pt x="3781" y="73878"/>
                    <a:pt x="3781" y="48059"/>
                  </a:cubicBezTo>
                  <a:cubicBezTo>
                    <a:pt x="3781" y="22240"/>
                    <a:pt x="24736" y="1304"/>
                    <a:pt x="50517" y="1304"/>
                  </a:cubicBezTo>
                  <a:cubicBezTo>
                    <a:pt x="76361" y="1304"/>
                    <a:pt x="97253" y="22240"/>
                    <a:pt x="97253" y="48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45"/>
            <p:cNvSpPr/>
            <p:nvPr/>
          </p:nvSpPr>
          <p:spPr>
            <a:xfrm>
              <a:off x="5651425" y="2112518"/>
              <a:ext cx="70103" cy="70127"/>
            </a:xfrm>
            <a:custGeom>
              <a:avLst/>
              <a:gdLst/>
              <a:ahLst/>
              <a:cxnLst/>
              <a:rect l="l" t="t" r="r" b="b"/>
              <a:pathLst>
                <a:path w="93471" h="93503" extrusionOk="0">
                  <a:moveTo>
                    <a:pt x="97253" y="48183"/>
                  </a:moveTo>
                  <a:cubicBezTo>
                    <a:pt x="97253" y="74002"/>
                    <a:pt x="76361" y="94932"/>
                    <a:pt x="50517" y="94932"/>
                  </a:cubicBezTo>
                  <a:cubicBezTo>
                    <a:pt x="24736" y="94932"/>
                    <a:pt x="3781" y="74002"/>
                    <a:pt x="3781" y="48183"/>
                  </a:cubicBezTo>
                  <a:cubicBezTo>
                    <a:pt x="3781" y="22364"/>
                    <a:pt x="24736" y="1428"/>
                    <a:pt x="50517" y="1428"/>
                  </a:cubicBezTo>
                  <a:cubicBezTo>
                    <a:pt x="76361" y="1428"/>
                    <a:pt x="97253" y="22364"/>
                    <a:pt x="97253" y="4818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9" name="Google Shape;1179;p45"/>
          <p:cNvSpPr/>
          <p:nvPr/>
        </p:nvSpPr>
        <p:spPr>
          <a:xfrm flipH="1">
            <a:off x="2090212" y="4410442"/>
            <a:ext cx="327000" cy="327900"/>
          </a:xfrm>
          <a:prstGeom prst="mathPlus">
            <a:avLst>
              <a:gd name="adj1" fmla="val 2352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0" name="Google Shape;1180;p45"/>
          <p:cNvGrpSpPr/>
          <p:nvPr/>
        </p:nvGrpSpPr>
        <p:grpSpPr>
          <a:xfrm>
            <a:off x="7424921" y="-21497"/>
            <a:ext cx="1719081" cy="2868320"/>
            <a:chOff x="7424921" y="54703"/>
            <a:chExt cx="1719081" cy="2868320"/>
          </a:xfrm>
        </p:grpSpPr>
        <p:grpSp>
          <p:nvGrpSpPr>
            <p:cNvPr id="1181" name="Google Shape;1181;p45"/>
            <p:cNvGrpSpPr/>
            <p:nvPr/>
          </p:nvGrpSpPr>
          <p:grpSpPr>
            <a:xfrm rot="5400000" flipH="1">
              <a:off x="7572320" y="-92697"/>
              <a:ext cx="1424282" cy="1719081"/>
              <a:chOff x="6141456" y="2237178"/>
              <a:chExt cx="1424282" cy="1719081"/>
            </a:xfrm>
          </p:grpSpPr>
          <p:sp>
            <p:nvSpPr>
              <p:cNvPr id="1182" name="Google Shape;1182;p45"/>
              <p:cNvSpPr/>
              <p:nvPr/>
            </p:nvSpPr>
            <p:spPr>
              <a:xfrm flipH="1">
                <a:off x="6596138" y="2411596"/>
                <a:ext cx="969600" cy="10776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45"/>
              <p:cNvSpPr/>
              <p:nvPr/>
            </p:nvSpPr>
            <p:spPr>
              <a:xfrm flipH="1">
                <a:off x="6141456" y="2237178"/>
                <a:ext cx="403200" cy="4482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Google Shape;1184;p45"/>
              <p:cNvSpPr/>
              <p:nvPr/>
            </p:nvSpPr>
            <p:spPr>
              <a:xfrm flipH="1">
                <a:off x="7250925" y="3714759"/>
                <a:ext cx="217500" cy="241500"/>
              </a:xfrm>
              <a:prstGeom prst="mathPlus">
                <a:avLst>
                  <a:gd name="adj1" fmla="val 2352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5" name="Google Shape;1185;p45"/>
            <p:cNvGrpSpPr/>
            <p:nvPr/>
          </p:nvGrpSpPr>
          <p:grpSpPr>
            <a:xfrm>
              <a:off x="7494482" y="918297"/>
              <a:ext cx="1449606" cy="2004726"/>
              <a:chOff x="6023606" y="2206935"/>
              <a:chExt cx="1363693" cy="2089344"/>
            </a:xfrm>
          </p:grpSpPr>
          <p:sp>
            <p:nvSpPr>
              <p:cNvPr id="1186" name="Google Shape;1186;p45"/>
              <p:cNvSpPr/>
              <p:nvPr/>
            </p:nvSpPr>
            <p:spPr>
              <a:xfrm flipH="1">
                <a:off x="6023606" y="2206935"/>
                <a:ext cx="403200" cy="4482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Google Shape;1187;p45"/>
              <p:cNvSpPr/>
              <p:nvPr/>
            </p:nvSpPr>
            <p:spPr>
              <a:xfrm flipH="1">
                <a:off x="7160199" y="4043979"/>
                <a:ext cx="227100" cy="252300"/>
              </a:xfrm>
              <a:prstGeom prst="mathPlus">
                <a:avLst>
                  <a:gd name="adj1" fmla="val 2352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45"/>
              <p:cNvSpPr/>
              <p:nvPr/>
            </p:nvSpPr>
            <p:spPr>
              <a:xfrm flipH="1">
                <a:off x="6579354" y="2819648"/>
                <a:ext cx="650100" cy="722100"/>
              </a:xfrm>
              <a:prstGeom prst="mathPlus">
                <a:avLst>
                  <a:gd name="adj1" fmla="val 2352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Medical Collaboration Research by Slidesgo">
  <a:themeElements>
    <a:clrScheme name="Simple Light">
      <a:dk1>
        <a:srgbClr val="041834"/>
      </a:dk1>
      <a:lt1>
        <a:srgbClr val="E3F4FA"/>
      </a:lt1>
      <a:dk2>
        <a:srgbClr val="00648F"/>
      </a:dk2>
      <a:lt2>
        <a:srgbClr val="B6E3F1"/>
      </a:lt2>
      <a:accent1>
        <a:srgbClr val="6BC1D1"/>
      </a:accent1>
      <a:accent2>
        <a:srgbClr val="0596A2"/>
      </a:accent2>
      <a:accent3>
        <a:srgbClr val="F69380"/>
      </a:accent3>
      <a:accent4>
        <a:srgbClr val="E2583E"/>
      </a:accent4>
      <a:accent5>
        <a:srgbClr val="D6B6C8"/>
      </a:accent5>
      <a:accent6>
        <a:srgbClr val="FCFBF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Medical Collaboration Research by Slidesgo</vt:lpstr>
      <vt:lpstr>Projet Data</vt:lpstr>
      <vt:lpstr>Sommaire</vt:lpstr>
      <vt:lpstr>PowerPoint Presentation</vt:lpstr>
      <vt:lpstr>PowerPoint Presentation</vt:lpstr>
      <vt:lpstr>Livrables</vt:lpstr>
      <vt:lpstr>PowerPoint Presentation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</cp:revision>
  <dcterms:modified xsi:type="dcterms:W3CDTF">2026-02-02T08:57:31Z</dcterms:modified>
</cp:coreProperties>
</file>